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A9380A-D959-4724-BCE3-F4D5081B6B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BF30A1-216F-454A-845B-E2056FDDD905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Intro</a:t>
          </a:r>
          <a:endParaRPr lang="en-US"/>
        </a:p>
      </dgm:t>
    </dgm:pt>
    <dgm:pt modelId="{E9B7A771-6BC5-414D-ACE3-F2AE8521ABC4}" type="parTrans" cxnId="{A436A77B-0FD8-4FE8-B5A2-2FFDD7C1A512}">
      <dgm:prSet/>
      <dgm:spPr/>
      <dgm:t>
        <a:bodyPr/>
        <a:lstStyle/>
        <a:p>
          <a:endParaRPr lang="en-US"/>
        </a:p>
      </dgm:t>
    </dgm:pt>
    <dgm:pt modelId="{9C21A3DF-8233-4B69-800B-B742B570281B}" type="sibTrans" cxnId="{A436A77B-0FD8-4FE8-B5A2-2FFDD7C1A512}">
      <dgm:prSet/>
      <dgm:spPr/>
      <dgm:t>
        <a:bodyPr/>
        <a:lstStyle/>
        <a:p>
          <a:endParaRPr lang="en-US"/>
        </a:p>
      </dgm:t>
    </dgm:pt>
    <dgm:pt modelId="{FB21B05E-DE77-4A6F-B003-F0D11AEAEE9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Webseite</a:t>
          </a:r>
          <a:endParaRPr lang="en-US"/>
        </a:p>
      </dgm:t>
    </dgm:pt>
    <dgm:pt modelId="{42116F8E-C4E7-48B1-B642-CC8A29AC6F86}" type="parTrans" cxnId="{CE963DC6-2B2E-4BE0-BA83-9D739C3DC6A0}">
      <dgm:prSet/>
      <dgm:spPr/>
      <dgm:t>
        <a:bodyPr/>
        <a:lstStyle/>
        <a:p>
          <a:endParaRPr lang="en-US"/>
        </a:p>
      </dgm:t>
    </dgm:pt>
    <dgm:pt modelId="{03CF64E3-4A4E-4EB0-A26D-7C54BEBA6DFF}" type="sibTrans" cxnId="{CE963DC6-2B2E-4BE0-BA83-9D739C3DC6A0}">
      <dgm:prSet/>
      <dgm:spPr/>
      <dgm:t>
        <a:bodyPr/>
        <a:lstStyle/>
        <a:p>
          <a:endParaRPr lang="en-US"/>
        </a:p>
      </dgm:t>
    </dgm:pt>
    <dgm:pt modelId="{7EEC875D-7156-43A6-A010-D26931AC684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Servers</a:t>
          </a:r>
          <a:endParaRPr lang="en-US"/>
        </a:p>
      </dgm:t>
    </dgm:pt>
    <dgm:pt modelId="{9AADE1B2-B969-4F01-8CC7-950196EC10A5}" type="parTrans" cxnId="{930B2421-968C-41D8-8457-DEBB0A59CC14}">
      <dgm:prSet/>
      <dgm:spPr/>
      <dgm:t>
        <a:bodyPr/>
        <a:lstStyle/>
        <a:p>
          <a:endParaRPr lang="en-US"/>
        </a:p>
      </dgm:t>
    </dgm:pt>
    <dgm:pt modelId="{831C7BF6-1D3B-47ED-947A-9A9698EA93D4}" type="sibTrans" cxnId="{930B2421-968C-41D8-8457-DEBB0A59CC14}">
      <dgm:prSet/>
      <dgm:spPr/>
      <dgm:t>
        <a:bodyPr/>
        <a:lstStyle/>
        <a:p>
          <a:endParaRPr lang="en-US"/>
        </a:p>
      </dgm:t>
    </dgm:pt>
    <dgm:pt modelId="{AB2DC545-3845-4BAD-9B34-52E09106BC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Controller</a:t>
          </a:r>
        </a:p>
      </dgm:t>
    </dgm:pt>
    <dgm:pt modelId="{C86432CB-7814-4C90-9424-34FC7C3555CB}" type="parTrans" cxnId="{4620070F-22B3-4626-81E0-945C12955CDE}">
      <dgm:prSet/>
      <dgm:spPr/>
      <dgm:t>
        <a:bodyPr/>
        <a:lstStyle/>
        <a:p>
          <a:endParaRPr lang="en-US"/>
        </a:p>
      </dgm:t>
    </dgm:pt>
    <dgm:pt modelId="{E316DD30-8763-4948-9213-DEC58EFF0C8A}" type="sibTrans" cxnId="{4620070F-22B3-4626-81E0-945C12955CDE}">
      <dgm:prSet/>
      <dgm:spPr/>
      <dgm:t>
        <a:bodyPr/>
        <a:lstStyle/>
        <a:p>
          <a:endParaRPr lang="en-US"/>
        </a:p>
      </dgm:t>
    </dgm:pt>
    <dgm:pt modelId="{E770B24C-29B9-4925-AB07-56680D885F4F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Zusammenfassung</a:t>
          </a:r>
          <a:endParaRPr lang="en-US"/>
        </a:p>
      </dgm:t>
    </dgm:pt>
    <dgm:pt modelId="{BCE90D94-CF91-4F3B-B7BC-0EB3BFE7A932}" type="parTrans" cxnId="{0EA55EBA-8187-4CAA-8635-DB0756C72047}">
      <dgm:prSet/>
      <dgm:spPr/>
      <dgm:t>
        <a:bodyPr/>
        <a:lstStyle/>
        <a:p>
          <a:endParaRPr lang="en-US"/>
        </a:p>
      </dgm:t>
    </dgm:pt>
    <dgm:pt modelId="{C235EA88-817C-4271-975E-B21DF65F6375}" type="sibTrans" cxnId="{0EA55EBA-8187-4CAA-8635-DB0756C72047}">
      <dgm:prSet/>
      <dgm:spPr/>
      <dgm:t>
        <a:bodyPr/>
        <a:lstStyle/>
        <a:p>
          <a:endParaRPr lang="en-US"/>
        </a:p>
      </dgm:t>
    </dgm:pt>
    <dgm:pt modelId="{67C101BA-6522-4338-BCF4-7BF7670FA17B}" type="pres">
      <dgm:prSet presAssocID="{86A9380A-D959-4724-BCE3-F4D5081B6BA4}" presName="root" presStyleCnt="0">
        <dgm:presLayoutVars>
          <dgm:dir/>
          <dgm:resizeHandles val="exact"/>
        </dgm:presLayoutVars>
      </dgm:prSet>
      <dgm:spPr/>
    </dgm:pt>
    <dgm:pt modelId="{0E3766F6-65D0-462C-BC31-1531FEB3F667}" type="pres">
      <dgm:prSet presAssocID="{0EBF30A1-216F-454A-845B-E2056FDDD905}" presName="compNode" presStyleCnt="0"/>
      <dgm:spPr/>
    </dgm:pt>
    <dgm:pt modelId="{90EB4033-33F5-4176-AE49-62FDABA2D6E6}" type="pres">
      <dgm:prSet presAssocID="{0EBF30A1-216F-454A-845B-E2056FDDD905}" presName="bgRect" presStyleLbl="bgShp" presStyleIdx="0" presStyleCnt="5"/>
      <dgm:spPr/>
    </dgm:pt>
    <dgm:pt modelId="{0ECFE726-3144-4A97-9197-5BDD2C390112}" type="pres">
      <dgm:prSet presAssocID="{0EBF30A1-216F-454A-845B-E2056FDDD90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äsentation mit Checkliste mit einfarbiger Füllung"/>
        </a:ext>
      </dgm:extLst>
    </dgm:pt>
    <dgm:pt modelId="{71940FB5-7A63-4650-B7D0-1DDD93D08A55}" type="pres">
      <dgm:prSet presAssocID="{0EBF30A1-216F-454A-845B-E2056FDDD905}" presName="spaceRect" presStyleCnt="0"/>
      <dgm:spPr/>
    </dgm:pt>
    <dgm:pt modelId="{1DB13445-3CDD-40C3-915A-E1DC66C2D7C9}" type="pres">
      <dgm:prSet presAssocID="{0EBF30A1-216F-454A-845B-E2056FDDD905}" presName="parTx" presStyleLbl="revTx" presStyleIdx="0" presStyleCnt="5">
        <dgm:presLayoutVars>
          <dgm:chMax val="0"/>
          <dgm:chPref val="0"/>
        </dgm:presLayoutVars>
      </dgm:prSet>
      <dgm:spPr/>
    </dgm:pt>
    <dgm:pt modelId="{C1EB3F4E-5895-4089-B9FE-1A18F7FE0B42}" type="pres">
      <dgm:prSet presAssocID="{9C21A3DF-8233-4B69-800B-B742B570281B}" presName="sibTrans" presStyleCnt="0"/>
      <dgm:spPr/>
    </dgm:pt>
    <dgm:pt modelId="{687E94AF-B458-4A85-B013-A7658CA5315F}" type="pres">
      <dgm:prSet presAssocID="{FB21B05E-DE77-4A6F-B003-F0D11AEAEE94}" presName="compNode" presStyleCnt="0"/>
      <dgm:spPr/>
    </dgm:pt>
    <dgm:pt modelId="{38297107-B689-4B3F-B22E-9B94036DD6BE}" type="pres">
      <dgm:prSet presAssocID="{FB21B05E-DE77-4A6F-B003-F0D11AEAEE94}" presName="bgRect" presStyleLbl="bgShp" presStyleIdx="1" presStyleCnt="5"/>
      <dgm:spPr/>
    </dgm:pt>
    <dgm:pt modelId="{A9A91BAD-4278-4C05-950A-801382039288}" type="pres">
      <dgm:prSet presAssocID="{FB21B05E-DE77-4A6F-B003-F0D11AEAEE9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B87FA13-70E3-4371-8D13-3A9EACD1325F}" type="pres">
      <dgm:prSet presAssocID="{FB21B05E-DE77-4A6F-B003-F0D11AEAEE94}" presName="spaceRect" presStyleCnt="0"/>
      <dgm:spPr/>
    </dgm:pt>
    <dgm:pt modelId="{EFBB622D-0279-4096-B2A5-7693576B1CF7}" type="pres">
      <dgm:prSet presAssocID="{FB21B05E-DE77-4A6F-B003-F0D11AEAEE94}" presName="parTx" presStyleLbl="revTx" presStyleIdx="1" presStyleCnt="5">
        <dgm:presLayoutVars>
          <dgm:chMax val="0"/>
          <dgm:chPref val="0"/>
        </dgm:presLayoutVars>
      </dgm:prSet>
      <dgm:spPr/>
    </dgm:pt>
    <dgm:pt modelId="{4EF7F240-3EEC-4BD1-AA2A-5FAFFB066C3D}" type="pres">
      <dgm:prSet presAssocID="{03CF64E3-4A4E-4EB0-A26D-7C54BEBA6DFF}" presName="sibTrans" presStyleCnt="0"/>
      <dgm:spPr/>
    </dgm:pt>
    <dgm:pt modelId="{8BBA057D-A4BF-450C-87F8-97C329FBF61B}" type="pres">
      <dgm:prSet presAssocID="{7EEC875D-7156-43A6-A010-D26931AC684C}" presName="compNode" presStyleCnt="0"/>
      <dgm:spPr/>
    </dgm:pt>
    <dgm:pt modelId="{BD9A2CDC-AA07-43FE-A6D6-94FFA5DF5FBF}" type="pres">
      <dgm:prSet presAssocID="{7EEC875D-7156-43A6-A010-D26931AC684C}" presName="bgRect" presStyleLbl="bgShp" presStyleIdx="2" presStyleCnt="5"/>
      <dgm:spPr/>
    </dgm:pt>
    <dgm:pt modelId="{52E20754-CFD0-4B4A-B316-0DF3BA65015E}" type="pres">
      <dgm:prSet presAssocID="{7EEC875D-7156-43A6-A010-D26931AC684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B758CF38-06D6-4392-8ED1-E55B6527AA4C}" type="pres">
      <dgm:prSet presAssocID="{7EEC875D-7156-43A6-A010-D26931AC684C}" presName="spaceRect" presStyleCnt="0"/>
      <dgm:spPr/>
    </dgm:pt>
    <dgm:pt modelId="{B20F943E-6DBD-49F6-AF63-F670D376ED66}" type="pres">
      <dgm:prSet presAssocID="{7EEC875D-7156-43A6-A010-D26931AC684C}" presName="parTx" presStyleLbl="revTx" presStyleIdx="2" presStyleCnt="5">
        <dgm:presLayoutVars>
          <dgm:chMax val="0"/>
          <dgm:chPref val="0"/>
        </dgm:presLayoutVars>
      </dgm:prSet>
      <dgm:spPr/>
    </dgm:pt>
    <dgm:pt modelId="{0E96EBC0-1237-408E-9F04-6B1EE1DEC49F}" type="pres">
      <dgm:prSet presAssocID="{831C7BF6-1D3B-47ED-947A-9A9698EA93D4}" presName="sibTrans" presStyleCnt="0"/>
      <dgm:spPr/>
    </dgm:pt>
    <dgm:pt modelId="{2A1E04FF-FC44-4549-B901-B095C8D00FFA}" type="pres">
      <dgm:prSet presAssocID="{AB2DC545-3845-4BAD-9B34-52E09106BCE9}" presName="compNode" presStyleCnt="0"/>
      <dgm:spPr/>
    </dgm:pt>
    <dgm:pt modelId="{D84C77DE-998C-4B22-A72F-82EABEE0B68F}" type="pres">
      <dgm:prSet presAssocID="{AB2DC545-3845-4BAD-9B34-52E09106BCE9}" presName="bgRect" presStyleLbl="bgShp" presStyleIdx="3" presStyleCnt="5"/>
      <dgm:spPr/>
    </dgm:pt>
    <dgm:pt modelId="{527A921E-4C9B-41B9-9961-F3287BADA1BF}" type="pres">
      <dgm:prSet presAssocID="{AB2DC545-3845-4BAD-9B34-52E09106BCE9}" presName="iconRect" presStyleLbl="node1" presStyleIdx="3" presStyleCnt="5"/>
      <dgm:spPr>
        <a:blipFill rotWithShape="1">
          <a:blip xmlns:r="http://schemas.openxmlformats.org/officeDocument/2006/relationships" r:embed="rId7"/>
          <a:srcRect/>
          <a:stretch>
            <a:fillRect/>
          </a:stretch>
        </a:blipFill>
        <a:ln>
          <a:noFill/>
        </a:ln>
      </dgm:spPr>
    </dgm:pt>
    <dgm:pt modelId="{D380EC6B-5332-42C1-B1F6-9552613489F7}" type="pres">
      <dgm:prSet presAssocID="{AB2DC545-3845-4BAD-9B34-52E09106BCE9}" presName="spaceRect" presStyleCnt="0"/>
      <dgm:spPr/>
    </dgm:pt>
    <dgm:pt modelId="{5E4EE1B7-48A0-4131-AED3-B47CE7CD0331}" type="pres">
      <dgm:prSet presAssocID="{AB2DC545-3845-4BAD-9B34-52E09106BCE9}" presName="parTx" presStyleLbl="revTx" presStyleIdx="3" presStyleCnt="5">
        <dgm:presLayoutVars>
          <dgm:chMax val="0"/>
          <dgm:chPref val="0"/>
        </dgm:presLayoutVars>
      </dgm:prSet>
      <dgm:spPr/>
    </dgm:pt>
    <dgm:pt modelId="{8177CA0F-78A1-4CA4-9B62-99038E65E285}" type="pres">
      <dgm:prSet presAssocID="{E316DD30-8763-4948-9213-DEC58EFF0C8A}" presName="sibTrans" presStyleCnt="0"/>
      <dgm:spPr/>
    </dgm:pt>
    <dgm:pt modelId="{D0CDDFD4-F553-40CB-919A-DE1C0B9B8E45}" type="pres">
      <dgm:prSet presAssocID="{E770B24C-29B9-4925-AB07-56680D885F4F}" presName="compNode" presStyleCnt="0"/>
      <dgm:spPr/>
    </dgm:pt>
    <dgm:pt modelId="{1053DCB2-F001-438F-94FF-CFDB132A7E76}" type="pres">
      <dgm:prSet presAssocID="{E770B24C-29B9-4925-AB07-56680D885F4F}" presName="bgRect" presStyleLbl="bgShp" presStyleIdx="4" presStyleCnt="5"/>
      <dgm:spPr/>
    </dgm:pt>
    <dgm:pt modelId="{556BA4B9-CE6D-4511-B108-C90BD82F7CA5}" type="pres">
      <dgm:prSet presAssocID="{E770B24C-29B9-4925-AB07-56680D885F4F}" presName="iconRect" presStyleLbl="node1" presStyleIdx="4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302539CC-1200-4128-BA32-64A817AB67B0}" type="pres">
      <dgm:prSet presAssocID="{E770B24C-29B9-4925-AB07-56680D885F4F}" presName="spaceRect" presStyleCnt="0"/>
      <dgm:spPr/>
    </dgm:pt>
    <dgm:pt modelId="{AB7E96BD-BEC9-4059-8304-B0EE02C0DCE5}" type="pres">
      <dgm:prSet presAssocID="{E770B24C-29B9-4925-AB07-56680D885F4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0FAB50D-DFB9-4E43-A841-DB175A2D6F0F}" type="presOf" srcId="{AB2DC545-3845-4BAD-9B34-52E09106BCE9}" destId="{5E4EE1B7-48A0-4131-AED3-B47CE7CD0331}" srcOrd="0" destOrd="0" presId="urn:microsoft.com/office/officeart/2018/2/layout/IconVerticalSolidList"/>
    <dgm:cxn modelId="{4620070F-22B3-4626-81E0-945C12955CDE}" srcId="{86A9380A-D959-4724-BCE3-F4D5081B6BA4}" destId="{AB2DC545-3845-4BAD-9B34-52E09106BCE9}" srcOrd="3" destOrd="0" parTransId="{C86432CB-7814-4C90-9424-34FC7C3555CB}" sibTransId="{E316DD30-8763-4948-9213-DEC58EFF0C8A}"/>
    <dgm:cxn modelId="{930B2421-968C-41D8-8457-DEBB0A59CC14}" srcId="{86A9380A-D959-4724-BCE3-F4D5081B6BA4}" destId="{7EEC875D-7156-43A6-A010-D26931AC684C}" srcOrd="2" destOrd="0" parTransId="{9AADE1B2-B969-4F01-8CC7-950196EC10A5}" sibTransId="{831C7BF6-1D3B-47ED-947A-9A9698EA93D4}"/>
    <dgm:cxn modelId="{92D0F965-52FC-444E-8356-B6ECA0454BB5}" type="presOf" srcId="{0EBF30A1-216F-454A-845B-E2056FDDD905}" destId="{1DB13445-3CDD-40C3-915A-E1DC66C2D7C9}" srcOrd="0" destOrd="0" presId="urn:microsoft.com/office/officeart/2018/2/layout/IconVerticalSolidList"/>
    <dgm:cxn modelId="{AD8AC86E-9E3A-4173-85E6-23237AE55010}" type="presOf" srcId="{E770B24C-29B9-4925-AB07-56680D885F4F}" destId="{AB7E96BD-BEC9-4059-8304-B0EE02C0DCE5}" srcOrd="0" destOrd="0" presId="urn:microsoft.com/office/officeart/2018/2/layout/IconVerticalSolidList"/>
    <dgm:cxn modelId="{E668126F-931B-4535-82E7-2489250F126B}" type="presOf" srcId="{7EEC875D-7156-43A6-A010-D26931AC684C}" destId="{B20F943E-6DBD-49F6-AF63-F670D376ED66}" srcOrd="0" destOrd="0" presId="urn:microsoft.com/office/officeart/2018/2/layout/IconVerticalSolidList"/>
    <dgm:cxn modelId="{A436A77B-0FD8-4FE8-B5A2-2FFDD7C1A512}" srcId="{86A9380A-D959-4724-BCE3-F4D5081B6BA4}" destId="{0EBF30A1-216F-454A-845B-E2056FDDD905}" srcOrd="0" destOrd="0" parTransId="{E9B7A771-6BC5-414D-ACE3-F2AE8521ABC4}" sibTransId="{9C21A3DF-8233-4B69-800B-B742B570281B}"/>
    <dgm:cxn modelId="{2BADBD9E-56F9-47B1-BA3A-1B643AA1E264}" type="presOf" srcId="{FB21B05E-DE77-4A6F-B003-F0D11AEAEE94}" destId="{EFBB622D-0279-4096-B2A5-7693576B1CF7}" srcOrd="0" destOrd="0" presId="urn:microsoft.com/office/officeart/2018/2/layout/IconVerticalSolidList"/>
    <dgm:cxn modelId="{2690A1A2-0184-43F1-8BD2-962131F978C3}" type="presOf" srcId="{86A9380A-D959-4724-BCE3-F4D5081B6BA4}" destId="{67C101BA-6522-4338-BCF4-7BF7670FA17B}" srcOrd="0" destOrd="0" presId="urn:microsoft.com/office/officeart/2018/2/layout/IconVerticalSolidList"/>
    <dgm:cxn modelId="{0EA55EBA-8187-4CAA-8635-DB0756C72047}" srcId="{86A9380A-D959-4724-BCE3-F4D5081B6BA4}" destId="{E770B24C-29B9-4925-AB07-56680D885F4F}" srcOrd="4" destOrd="0" parTransId="{BCE90D94-CF91-4F3B-B7BC-0EB3BFE7A932}" sibTransId="{C235EA88-817C-4271-975E-B21DF65F6375}"/>
    <dgm:cxn modelId="{CE963DC6-2B2E-4BE0-BA83-9D739C3DC6A0}" srcId="{86A9380A-D959-4724-BCE3-F4D5081B6BA4}" destId="{FB21B05E-DE77-4A6F-B003-F0D11AEAEE94}" srcOrd="1" destOrd="0" parTransId="{42116F8E-C4E7-48B1-B642-CC8A29AC6F86}" sibTransId="{03CF64E3-4A4E-4EB0-A26D-7C54BEBA6DFF}"/>
    <dgm:cxn modelId="{F5CD78EB-69E3-41F7-86B3-7D0E8734AB5A}" type="presParOf" srcId="{67C101BA-6522-4338-BCF4-7BF7670FA17B}" destId="{0E3766F6-65D0-462C-BC31-1531FEB3F667}" srcOrd="0" destOrd="0" presId="urn:microsoft.com/office/officeart/2018/2/layout/IconVerticalSolidList"/>
    <dgm:cxn modelId="{57FFB78F-97DB-4FED-BB07-861678DF3C78}" type="presParOf" srcId="{0E3766F6-65D0-462C-BC31-1531FEB3F667}" destId="{90EB4033-33F5-4176-AE49-62FDABA2D6E6}" srcOrd="0" destOrd="0" presId="urn:microsoft.com/office/officeart/2018/2/layout/IconVerticalSolidList"/>
    <dgm:cxn modelId="{A4CD9D48-92B8-4DA0-B99E-F50B42E3EE59}" type="presParOf" srcId="{0E3766F6-65D0-462C-BC31-1531FEB3F667}" destId="{0ECFE726-3144-4A97-9197-5BDD2C390112}" srcOrd="1" destOrd="0" presId="urn:microsoft.com/office/officeart/2018/2/layout/IconVerticalSolidList"/>
    <dgm:cxn modelId="{18FD8AAF-79C6-458E-B479-4B78ECD9093A}" type="presParOf" srcId="{0E3766F6-65D0-462C-BC31-1531FEB3F667}" destId="{71940FB5-7A63-4650-B7D0-1DDD93D08A55}" srcOrd="2" destOrd="0" presId="urn:microsoft.com/office/officeart/2018/2/layout/IconVerticalSolidList"/>
    <dgm:cxn modelId="{6823C6D8-6B7D-427A-87B6-E05F03A36F0E}" type="presParOf" srcId="{0E3766F6-65D0-462C-BC31-1531FEB3F667}" destId="{1DB13445-3CDD-40C3-915A-E1DC66C2D7C9}" srcOrd="3" destOrd="0" presId="urn:microsoft.com/office/officeart/2018/2/layout/IconVerticalSolidList"/>
    <dgm:cxn modelId="{5C0E071A-F7DC-4373-8243-3C4D3EF9CE0C}" type="presParOf" srcId="{67C101BA-6522-4338-BCF4-7BF7670FA17B}" destId="{C1EB3F4E-5895-4089-B9FE-1A18F7FE0B42}" srcOrd="1" destOrd="0" presId="urn:microsoft.com/office/officeart/2018/2/layout/IconVerticalSolidList"/>
    <dgm:cxn modelId="{36C53E64-8684-4584-AD73-D84B2D76E6D8}" type="presParOf" srcId="{67C101BA-6522-4338-BCF4-7BF7670FA17B}" destId="{687E94AF-B458-4A85-B013-A7658CA5315F}" srcOrd="2" destOrd="0" presId="urn:microsoft.com/office/officeart/2018/2/layout/IconVerticalSolidList"/>
    <dgm:cxn modelId="{91EFB8E0-B39E-45D0-931C-24199322667C}" type="presParOf" srcId="{687E94AF-B458-4A85-B013-A7658CA5315F}" destId="{38297107-B689-4B3F-B22E-9B94036DD6BE}" srcOrd="0" destOrd="0" presId="urn:microsoft.com/office/officeart/2018/2/layout/IconVerticalSolidList"/>
    <dgm:cxn modelId="{222801C8-5588-4B17-AC56-95D9F63A5F2E}" type="presParOf" srcId="{687E94AF-B458-4A85-B013-A7658CA5315F}" destId="{A9A91BAD-4278-4C05-950A-801382039288}" srcOrd="1" destOrd="0" presId="urn:microsoft.com/office/officeart/2018/2/layout/IconVerticalSolidList"/>
    <dgm:cxn modelId="{608E4949-87AD-46D6-8759-7F32150795FC}" type="presParOf" srcId="{687E94AF-B458-4A85-B013-A7658CA5315F}" destId="{1B87FA13-70E3-4371-8D13-3A9EACD1325F}" srcOrd="2" destOrd="0" presId="urn:microsoft.com/office/officeart/2018/2/layout/IconVerticalSolidList"/>
    <dgm:cxn modelId="{0255720F-5C4B-4539-8BA6-BD94BB8353DE}" type="presParOf" srcId="{687E94AF-B458-4A85-B013-A7658CA5315F}" destId="{EFBB622D-0279-4096-B2A5-7693576B1CF7}" srcOrd="3" destOrd="0" presId="urn:microsoft.com/office/officeart/2018/2/layout/IconVerticalSolidList"/>
    <dgm:cxn modelId="{E3742C56-98B5-44CF-944D-B2BC1402BBE3}" type="presParOf" srcId="{67C101BA-6522-4338-BCF4-7BF7670FA17B}" destId="{4EF7F240-3EEC-4BD1-AA2A-5FAFFB066C3D}" srcOrd="3" destOrd="0" presId="urn:microsoft.com/office/officeart/2018/2/layout/IconVerticalSolidList"/>
    <dgm:cxn modelId="{1A0C4767-0692-4EAA-9FC7-1BD0F2C22BF0}" type="presParOf" srcId="{67C101BA-6522-4338-BCF4-7BF7670FA17B}" destId="{8BBA057D-A4BF-450C-87F8-97C329FBF61B}" srcOrd="4" destOrd="0" presId="urn:microsoft.com/office/officeart/2018/2/layout/IconVerticalSolidList"/>
    <dgm:cxn modelId="{DA598273-EDA6-4172-969F-EF5A254C5A9F}" type="presParOf" srcId="{8BBA057D-A4BF-450C-87F8-97C329FBF61B}" destId="{BD9A2CDC-AA07-43FE-A6D6-94FFA5DF5FBF}" srcOrd="0" destOrd="0" presId="urn:microsoft.com/office/officeart/2018/2/layout/IconVerticalSolidList"/>
    <dgm:cxn modelId="{53FBD9C8-2D54-4EA9-9FAA-EBEA099FCE7D}" type="presParOf" srcId="{8BBA057D-A4BF-450C-87F8-97C329FBF61B}" destId="{52E20754-CFD0-4B4A-B316-0DF3BA65015E}" srcOrd="1" destOrd="0" presId="urn:microsoft.com/office/officeart/2018/2/layout/IconVerticalSolidList"/>
    <dgm:cxn modelId="{CC11737D-8E5A-4F84-92D8-8F6E9D0B07DF}" type="presParOf" srcId="{8BBA057D-A4BF-450C-87F8-97C329FBF61B}" destId="{B758CF38-06D6-4392-8ED1-E55B6527AA4C}" srcOrd="2" destOrd="0" presId="urn:microsoft.com/office/officeart/2018/2/layout/IconVerticalSolidList"/>
    <dgm:cxn modelId="{43CF4484-76DE-4154-9046-0D48CC029980}" type="presParOf" srcId="{8BBA057D-A4BF-450C-87F8-97C329FBF61B}" destId="{B20F943E-6DBD-49F6-AF63-F670D376ED66}" srcOrd="3" destOrd="0" presId="urn:microsoft.com/office/officeart/2018/2/layout/IconVerticalSolidList"/>
    <dgm:cxn modelId="{6E4676E4-C29A-47C6-9D47-4192EE94C1F3}" type="presParOf" srcId="{67C101BA-6522-4338-BCF4-7BF7670FA17B}" destId="{0E96EBC0-1237-408E-9F04-6B1EE1DEC49F}" srcOrd="5" destOrd="0" presId="urn:microsoft.com/office/officeart/2018/2/layout/IconVerticalSolidList"/>
    <dgm:cxn modelId="{9DF374B5-9727-4306-8E06-6D2D41D2F81E}" type="presParOf" srcId="{67C101BA-6522-4338-BCF4-7BF7670FA17B}" destId="{2A1E04FF-FC44-4549-B901-B095C8D00FFA}" srcOrd="6" destOrd="0" presId="urn:microsoft.com/office/officeart/2018/2/layout/IconVerticalSolidList"/>
    <dgm:cxn modelId="{EA4EF16C-ED5A-4CB4-9C3F-B2817606C674}" type="presParOf" srcId="{2A1E04FF-FC44-4549-B901-B095C8D00FFA}" destId="{D84C77DE-998C-4B22-A72F-82EABEE0B68F}" srcOrd="0" destOrd="0" presId="urn:microsoft.com/office/officeart/2018/2/layout/IconVerticalSolidList"/>
    <dgm:cxn modelId="{C2AA6F47-79B2-40BF-8714-9F6010E59F3D}" type="presParOf" srcId="{2A1E04FF-FC44-4549-B901-B095C8D00FFA}" destId="{527A921E-4C9B-41B9-9961-F3287BADA1BF}" srcOrd="1" destOrd="0" presId="urn:microsoft.com/office/officeart/2018/2/layout/IconVerticalSolidList"/>
    <dgm:cxn modelId="{672D9C87-1625-497A-A678-7D30728B6ED5}" type="presParOf" srcId="{2A1E04FF-FC44-4549-B901-B095C8D00FFA}" destId="{D380EC6B-5332-42C1-B1F6-9552613489F7}" srcOrd="2" destOrd="0" presId="urn:microsoft.com/office/officeart/2018/2/layout/IconVerticalSolidList"/>
    <dgm:cxn modelId="{30760DB2-E484-41D7-9E50-04CBDA1F66BD}" type="presParOf" srcId="{2A1E04FF-FC44-4549-B901-B095C8D00FFA}" destId="{5E4EE1B7-48A0-4131-AED3-B47CE7CD0331}" srcOrd="3" destOrd="0" presId="urn:microsoft.com/office/officeart/2018/2/layout/IconVerticalSolidList"/>
    <dgm:cxn modelId="{A6F935E7-6111-493D-BF1E-31E38F6564EC}" type="presParOf" srcId="{67C101BA-6522-4338-BCF4-7BF7670FA17B}" destId="{8177CA0F-78A1-4CA4-9B62-99038E65E285}" srcOrd="7" destOrd="0" presId="urn:microsoft.com/office/officeart/2018/2/layout/IconVerticalSolidList"/>
    <dgm:cxn modelId="{59AF47E1-CCF0-4312-BBEC-D22D64CC909C}" type="presParOf" srcId="{67C101BA-6522-4338-BCF4-7BF7670FA17B}" destId="{D0CDDFD4-F553-40CB-919A-DE1C0B9B8E45}" srcOrd="8" destOrd="0" presId="urn:microsoft.com/office/officeart/2018/2/layout/IconVerticalSolidList"/>
    <dgm:cxn modelId="{9A9A3E21-C33E-465E-AA3F-55191E05FD9D}" type="presParOf" srcId="{D0CDDFD4-F553-40CB-919A-DE1C0B9B8E45}" destId="{1053DCB2-F001-438F-94FF-CFDB132A7E76}" srcOrd="0" destOrd="0" presId="urn:microsoft.com/office/officeart/2018/2/layout/IconVerticalSolidList"/>
    <dgm:cxn modelId="{A5A7FB60-CAE1-4FC3-967B-868D7B0B92D7}" type="presParOf" srcId="{D0CDDFD4-F553-40CB-919A-DE1C0B9B8E45}" destId="{556BA4B9-CE6D-4511-B108-C90BD82F7CA5}" srcOrd="1" destOrd="0" presId="urn:microsoft.com/office/officeart/2018/2/layout/IconVerticalSolidList"/>
    <dgm:cxn modelId="{E8E73076-7091-44D5-8D39-05B421DB1029}" type="presParOf" srcId="{D0CDDFD4-F553-40CB-919A-DE1C0B9B8E45}" destId="{302539CC-1200-4128-BA32-64A817AB67B0}" srcOrd="2" destOrd="0" presId="urn:microsoft.com/office/officeart/2018/2/layout/IconVerticalSolidList"/>
    <dgm:cxn modelId="{E23F1F5E-1A61-4531-B170-1DCFC43BD2A4}" type="presParOf" srcId="{D0CDDFD4-F553-40CB-919A-DE1C0B9B8E45}" destId="{AB7E96BD-BEC9-4059-8304-B0EE02C0DC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C4722B-C80C-4BB3-AEF7-EC15AEB3C71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C0B8AE-1BBB-42ED-9431-DBC43149082D}">
      <dgm:prSet/>
      <dgm:spPr/>
      <dgm:t>
        <a:bodyPr/>
        <a:lstStyle/>
        <a:p>
          <a:r>
            <a:rPr lang="en-GB" b="1" u="sng" dirty="0" err="1"/>
            <a:t>Ziele</a:t>
          </a:r>
          <a:endParaRPr lang="en-US" dirty="0"/>
        </a:p>
      </dgm:t>
    </dgm:pt>
    <dgm:pt modelId="{67C14595-A4AD-497F-930D-22A26A201602}" type="parTrans" cxnId="{F83413BB-C087-475F-8477-04B2353DAA13}">
      <dgm:prSet/>
      <dgm:spPr/>
      <dgm:t>
        <a:bodyPr/>
        <a:lstStyle/>
        <a:p>
          <a:endParaRPr lang="en-US"/>
        </a:p>
      </dgm:t>
    </dgm:pt>
    <dgm:pt modelId="{49C90EBF-CD95-48A4-B6CD-3EE2A99EBA18}" type="sibTrans" cxnId="{F83413BB-C087-475F-8477-04B2353DAA13}">
      <dgm:prSet/>
      <dgm:spPr/>
      <dgm:t>
        <a:bodyPr/>
        <a:lstStyle/>
        <a:p>
          <a:endParaRPr lang="en-US"/>
        </a:p>
      </dgm:t>
    </dgm:pt>
    <dgm:pt modelId="{8A91F5EC-81F7-47D6-8A53-ED31E0383BB3}">
      <dgm:prSet/>
      <dgm:spPr/>
      <dgm:t>
        <a:bodyPr/>
        <a:lstStyle/>
        <a:p>
          <a:r>
            <a:rPr lang="en-GB" dirty="0" err="1"/>
            <a:t>Benutzerfreundlich</a:t>
          </a:r>
          <a:r>
            <a:rPr lang="en-GB" dirty="0"/>
            <a:t> </a:t>
          </a:r>
          <a:endParaRPr lang="en-US" dirty="0"/>
        </a:p>
      </dgm:t>
    </dgm:pt>
    <dgm:pt modelId="{65728AAE-2B3B-42F1-B40A-041D98CE6AA9}" type="parTrans" cxnId="{D49ED0B9-771F-4333-89C7-58612BCAF0C9}">
      <dgm:prSet/>
      <dgm:spPr/>
      <dgm:t>
        <a:bodyPr/>
        <a:lstStyle/>
        <a:p>
          <a:endParaRPr lang="en-US"/>
        </a:p>
      </dgm:t>
    </dgm:pt>
    <dgm:pt modelId="{7F0FAA31-F889-4A1A-9C0A-1B6D3285D6F0}" type="sibTrans" cxnId="{D49ED0B9-771F-4333-89C7-58612BCAF0C9}">
      <dgm:prSet/>
      <dgm:spPr/>
      <dgm:t>
        <a:bodyPr/>
        <a:lstStyle/>
        <a:p>
          <a:endParaRPr lang="en-US"/>
        </a:p>
      </dgm:t>
    </dgm:pt>
    <dgm:pt modelId="{8DC5BD84-273C-450D-B0D6-F4D088D7E3AA}">
      <dgm:prSet/>
      <dgm:spPr/>
      <dgm:t>
        <a:bodyPr/>
        <a:lstStyle/>
        <a:p>
          <a:r>
            <a:rPr lang="en-GB"/>
            <a:t>Schön aussehen</a:t>
          </a:r>
          <a:endParaRPr lang="en-US"/>
        </a:p>
      </dgm:t>
    </dgm:pt>
    <dgm:pt modelId="{685D3104-B35A-4C02-AD7E-C6863133AD30}" type="parTrans" cxnId="{DBFFFEB2-6292-4BD6-8A98-5AE3B3B7A0ED}">
      <dgm:prSet/>
      <dgm:spPr/>
      <dgm:t>
        <a:bodyPr/>
        <a:lstStyle/>
        <a:p>
          <a:endParaRPr lang="en-US"/>
        </a:p>
      </dgm:t>
    </dgm:pt>
    <dgm:pt modelId="{51777AE3-7605-42C3-87E2-239BA9923F49}" type="sibTrans" cxnId="{DBFFFEB2-6292-4BD6-8A98-5AE3B3B7A0ED}">
      <dgm:prSet/>
      <dgm:spPr/>
      <dgm:t>
        <a:bodyPr/>
        <a:lstStyle/>
        <a:p>
          <a:endParaRPr lang="en-US"/>
        </a:p>
      </dgm:t>
    </dgm:pt>
    <dgm:pt modelId="{56238723-0353-403E-9266-68CCF3C63CD1}">
      <dgm:prSet/>
      <dgm:spPr/>
      <dgm:t>
        <a:bodyPr/>
        <a:lstStyle/>
        <a:p>
          <a:r>
            <a:rPr lang="de-DE"/>
            <a:t>Eine Website, die ohne Fehler funktioniert</a:t>
          </a:r>
          <a:endParaRPr lang="en-US"/>
        </a:p>
      </dgm:t>
    </dgm:pt>
    <dgm:pt modelId="{11365D91-8CD8-4947-BB40-F0D9845F9F98}" type="parTrans" cxnId="{CFE581CF-BAE3-4034-A4EB-8807904A2E3A}">
      <dgm:prSet/>
      <dgm:spPr/>
      <dgm:t>
        <a:bodyPr/>
        <a:lstStyle/>
        <a:p>
          <a:endParaRPr lang="en-US"/>
        </a:p>
      </dgm:t>
    </dgm:pt>
    <dgm:pt modelId="{ED34784B-A95B-4C14-A907-532949EDB177}" type="sibTrans" cxnId="{CFE581CF-BAE3-4034-A4EB-8807904A2E3A}">
      <dgm:prSet/>
      <dgm:spPr/>
      <dgm:t>
        <a:bodyPr/>
        <a:lstStyle/>
        <a:p>
          <a:endParaRPr lang="en-US"/>
        </a:p>
      </dgm:t>
    </dgm:pt>
    <dgm:pt modelId="{224F515A-B91A-4E30-87C9-89646E854800}" type="pres">
      <dgm:prSet presAssocID="{F9C4722B-C80C-4BB3-AEF7-EC15AEB3C7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6309FF-BB16-4B2E-90FF-57BD4A1B81DC}" type="pres">
      <dgm:prSet presAssocID="{89C0B8AE-1BBB-42ED-9431-DBC43149082D}" presName="hierRoot1" presStyleCnt="0"/>
      <dgm:spPr/>
    </dgm:pt>
    <dgm:pt modelId="{BFF47333-CC9D-4DF0-8A00-9D9AD2587BBF}" type="pres">
      <dgm:prSet presAssocID="{89C0B8AE-1BBB-42ED-9431-DBC43149082D}" presName="composite" presStyleCnt="0"/>
      <dgm:spPr/>
    </dgm:pt>
    <dgm:pt modelId="{87F7B302-726A-4B2B-BCD9-772A3F11DCFC}" type="pres">
      <dgm:prSet presAssocID="{89C0B8AE-1BBB-42ED-9431-DBC43149082D}" presName="background" presStyleLbl="node0" presStyleIdx="0" presStyleCnt="1"/>
      <dgm:spPr/>
    </dgm:pt>
    <dgm:pt modelId="{46237966-A1BF-4E77-A2C7-1A7EB6121959}" type="pres">
      <dgm:prSet presAssocID="{89C0B8AE-1BBB-42ED-9431-DBC43149082D}" presName="text" presStyleLbl="fgAcc0" presStyleIdx="0" presStyleCnt="1">
        <dgm:presLayoutVars>
          <dgm:chPref val="3"/>
        </dgm:presLayoutVars>
      </dgm:prSet>
      <dgm:spPr/>
    </dgm:pt>
    <dgm:pt modelId="{AC9AD8E9-4DC6-45AC-9566-215718B22F57}" type="pres">
      <dgm:prSet presAssocID="{89C0B8AE-1BBB-42ED-9431-DBC43149082D}" presName="hierChild2" presStyleCnt="0"/>
      <dgm:spPr/>
    </dgm:pt>
    <dgm:pt modelId="{56D12C89-8A87-47D5-BAE9-47192A17590C}" type="pres">
      <dgm:prSet presAssocID="{65728AAE-2B3B-42F1-B40A-041D98CE6AA9}" presName="Name10" presStyleLbl="parChTrans1D2" presStyleIdx="0" presStyleCnt="3"/>
      <dgm:spPr/>
    </dgm:pt>
    <dgm:pt modelId="{3792F5AE-7AFC-403D-913D-52134542C6B7}" type="pres">
      <dgm:prSet presAssocID="{8A91F5EC-81F7-47D6-8A53-ED31E0383BB3}" presName="hierRoot2" presStyleCnt="0"/>
      <dgm:spPr/>
    </dgm:pt>
    <dgm:pt modelId="{D24ACF50-4745-4E2F-9C46-976C42B9A25B}" type="pres">
      <dgm:prSet presAssocID="{8A91F5EC-81F7-47D6-8A53-ED31E0383BB3}" presName="composite2" presStyleCnt="0"/>
      <dgm:spPr/>
    </dgm:pt>
    <dgm:pt modelId="{A606D9A7-0430-4721-A07C-D4A2B04711FC}" type="pres">
      <dgm:prSet presAssocID="{8A91F5EC-81F7-47D6-8A53-ED31E0383BB3}" presName="background2" presStyleLbl="node2" presStyleIdx="0" presStyleCnt="3"/>
      <dgm:spPr/>
    </dgm:pt>
    <dgm:pt modelId="{CFED2EDF-FC84-40D4-B2CA-ABAD7A53F69D}" type="pres">
      <dgm:prSet presAssocID="{8A91F5EC-81F7-47D6-8A53-ED31E0383BB3}" presName="text2" presStyleLbl="fgAcc2" presStyleIdx="0" presStyleCnt="3">
        <dgm:presLayoutVars>
          <dgm:chPref val="3"/>
        </dgm:presLayoutVars>
      </dgm:prSet>
      <dgm:spPr/>
    </dgm:pt>
    <dgm:pt modelId="{1058DA86-F7AD-448E-BA92-AEF556B945D0}" type="pres">
      <dgm:prSet presAssocID="{8A91F5EC-81F7-47D6-8A53-ED31E0383BB3}" presName="hierChild3" presStyleCnt="0"/>
      <dgm:spPr/>
    </dgm:pt>
    <dgm:pt modelId="{BD58EECF-5B34-4C6C-9328-BF6AB294CEF0}" type="pres">
      <dgm:prSet presAssocID="{685D3104-B35A-4C02-AD7E-C6863133AD30}" presName="Name10" presStyleLbl="parChTrans1D2" presStyleIdx="1" presStyleCnt="3"/>
      <dgm:spPr/>
    </dgm:pt>
    <dgm:pt modelId="{C9E407A0-ADF7-480A-9D49-F494A064B96D}" type="pres">
      <dgm:prSet presAssocID="{8DC5BD84-273C-450D-B0D6-F4D088D7E3AA}" presName="hierRoot2" presStyleCnt="0"/>
      <dgm:spPr/>
    </dgm:pt>
    <dgm:pt modelId="{6C3F9394-BCEF-430D-81F8-E09E9FF234D6}" type="pres">
      <dgm:prSet presAssocID="{8DC5BD84-273C-450D-B0D6-F4D088D7E3AA}" presName="composite2" presStyleCnt="0"/>
      <dgm:spPr/>
    </dgm:pt>
    <dgm:pt modelId="{6D7F92B4-22A7-4B9E-8628-845ACAA2A50F}" type="pres">
      <dgm:prSet presAssocID="{8DC5BD84-273C-450D-B0D6-F4D088D7E3AA}" presName="background2" presStyleLbl="node2" presStyleIdx="1" presStyleCnt="3"/>
      <dgm:spPr/>
    </dgm:pt>
    <dgm:pt modelId="{FA50BB76-4079-470D-B129-B9DB90E4D9FF}" type="pres">
      <dgm:prSet presAssocID="{8DC5BD84-273C-450D-B0D6-F4D088D7E3AA}" presName="text2" presStyleLbl="fgAcc2" presStyleIdx="1" presStyleCnt="3">
        <dgm:presLayoutVars>
          <dgm:chPref val="3"/>
        </dgm:presLayoutVars>
      </dgm:prSet>
      <dgm:spPr/>
    </dgm:pt>
    <dgm:pt modelId="{6443813E-26BD-4DE2-B14F-F8A5DD84CAD2}" type="pres">
      <dgm:prSet presAssocID="{8DC5BD84-273C-450D-B0D6-F4D088D7E3AA}" presName="hierChild3" presStyleCnt="0"/>
      <dgm:spPr/>
    </dgm:pt>
    <dgm:pt modelId="{D9C27887-8A4B-495E-A41A-26359B03CAE5}" type="pres">
      <dgm:prSet presAssocID="{11365D91-8CD8-4947-BB40-F0D9845F9F98}" presName="Name10" presStyleLbl="parChTrans1D2" presStyleIdx="2" presStyleCnt="3"/>
      <dgm:spPr/>
    </dgm:pt>
    <dgm:pt modelId="{F0B07C84-C5E0-4831-AE7F-9811E6A3DF63}" type="pres">
      <dgm:prSet presAssocID="{56238723-0353-403E-9266-68CCF3C63CD1}" presName="hierRoot2" presStyleCnt="0"/>
      <dgm:spPr/>
    </dgm:pt>
    <dgm:pt modelId="{66C24465-492C-4565-8CA0-21D6AF4B6B77}" type="pres">
      <dgm:prSet presAssocID="{56238723-0353-403E-9266-68CCF3C63CD1}" presName="composite2" presStyleCnt="0"/>
      <dgm:spPr/>
    </dgm:pt>
    <dgm:pt modelId="{1BEE5EDD-4A61-445B-BE4E-9673DFDE6F6F}" type="pres">
      <dgm:prSet presAssocID="{56238723-0353-403E-9266-68CCF3C63CD1}" presName="background2" presStyleLbl="node2" presStyleIdx="2" presStyleCnt="3"/>
      <dgm:spPr/>
    </dgm:pt>
    <dgm:pt modelId="{F6F6FB3F-413D-4B89-A47A-1FCBE1D69290}" type="pres">
      <dgm:prSet presAssocID="{56238723-0353-403E-9266-68CCF3C63CD1}" presName="text2" presStyleLbl="fgAcc2" presStyleIdx="2" presStyleCnt="3">
        <dgm:presLayoutVars>
          <dgm:chPref val="3"/>
        </dgm:presLayoutVars>
      </dgm:prSet>
      <dgm:spPr/>
    </dgm:pt>
    <dgm:pt modelId="{BFF0304D-8DE2-4700-B1AC-FF765116A075}" type="pres">
      <dgm:prSet presAssocID="{56238723-0353-403E-9266-68CCF3C63CD1}" presName="hierChild3" presStyleCnt="0"/>
      <dgm:spPr/>
    </dgm:pt>
  </dgm:ptLst>
  <dgm:cxnLst>
    <dgm:cxn modelId="{A28A0D0E-9449-485C-A649-62CA8092DC41}" type="presOf" srcId="{89C0B8AE-1BBB-42ED-9431-DBC43149082D}" destId="{46237966-A1BF-4E77-A2C7-1A7EB6121959}" srcOrd="0" destOrd="0" presId="urn:microsoft.com/office/officeart/2005/8/layout/hierarchy1"/>
    <dgm:cxn modelId="{6963E41E-EB8F-4DE7-9A6C-1EFE28C09473}" type="presOf" srcId="{11365D91-8CD8-4947-BB40-F0D9845F9F98}" destId="{D9C27887-8A4B-495E-A41A-26359B03CAE5}" srcOrd="0" destOrd="0" presId="urn:microsoft.com/office/officeart/2005/8/layout/hierarchy1"/>
    <dgm:cxn modelId="{40BA5C20-4597-444B-892F-511F91EB9AF1}" type="presOf" srcId="{56238723-0353-403E-9266-68CCF3C63CD1}" destId="{F6F6FB3F-413D-4B89-A47A-1FCBE1D69290}" srcOrd="0" destOrd="0" presId="urn:microsoft.com/office/officeart/2005/8/layout/hierarchy1"/>
    <dgm:cxn modelId="{CEE0A32A-DB3F-4D2F-82F5-EF2C1DBB73A0}" type="presOf" srcId="{8A91F5EC-81F7-47D6-8A53-ED31E0383BB3}" destId="{CFED2EDF-FC84-40D4-B2CA-ABAD7A53F69D}" srcOrd="0" destOrd="0" presId="urn:microsoft.com/office/officeart/2005/8/layout/hierarchy1"/>
    <dgm:cxn modelId="{124F3183-8189-4F39-AEF0-EF525C0E5AF0}" type="presOf" srcId="{685D3104-B35A-4C02-AD7E-C6863133AD30}" destId="{BD58EECF-5B34-4C6C-9328-BF6AB294CEF0}" srcOrd="0" destOrd="0" presId="urn:microsoft.com/office/officeart/2005/8/layout/hierarchy1"/>
    <dgm:cxn modelId="{DBFFFEB2-6292-4BD6-8A98-5AE3B3B7A0ED}" srcId="{89C0B8AE-1BBB-42ED-9431-DBC43149082D}" destId="{8DC5BD84-273C-450D-B0D6-F4D088D7E3AA}" srcOrd="1" destOrd="0" parTransId="{685D3104-B35A-4C02-AD7E-C6863133AD30}" sibTransId="{51777AE3-7605-42C3-87E2-239BA9923F49}"/>
    <dgm:cxn modelId="{D49ED0B9-771F-4333-89C7-58612BCAF0C9}" srcId="{89C0B8AE-1BBB-42ED-9431-DBC43149082D}" destId="{8A91F5EC-81F7-47D6-8A53-ED31E0383BB3}" srcOrd="0" destOrd="0" parTransId="{65728AAE-2B3B-42F1-B40A-041D98CE6AA9}" sibTransId="{7F0FAA31-F889-4A1A-9C0A-1B6D3285D6F0}"/>
    <dgm:cxn modelId="{F83413BB-C087-475F-8477-04B2353DAA13}" srcId="{F9C4722B-C80C-4BB3-AEF7-EC15AEB3C71E}" destId="{89C0B8AE-1BBB-42ED-9431-DBC43149082D}" srcOrd="0" destOrd="0" parTransId="{67C14595-A4AD-497F-930D-22A26A201602}" sibTransId="{49C90EBF-CD95-48A4-B6CD-3EE2A99EBA18}"/>
    <dgm:cxn modelId="{CF8F12C8-DCD0-4517-A0AF-B7B4AA366E6A}" type="presOf" srcId="{65728AAE-2B3B-42F1-B40A-041D98CE6AA9}" destId="{56D12C89-8A87-47D5-BAE9-47192A17590C}" srcOrd="0" destOrd="0" presId="urn:microsoft.com/office/officeart/2005/8/layout/hierarchy1"/>
    <dgm:cxn modelId="{CFE581CF-BAE3-4034-A4EB-8807904A2E3A}" srcId="{89C0B8AE-1BBB-42ED-9431-DBC43149082D}" destId="{56238723-0353-403E-9266-68CCF3C63CD1}" srcOrd="2" destOrd="0" parTransId="{11365D91-8CD8-4947-BB40-F0D9845F9F98}" sibTransId="{ED34784B-A95B-4C14-A907-532949EDB177}"/>
    <dgm:cxn modelId="{040B59D2-D3EE-46A5-89F6-BE794017BF47}" type="presOf" srcId="{8DC5BD84-273C-450D-B0D6-F4D088D7E3AA}" destId="{FA50BB76-4079-470D-B129-B9DB90E4D9FF}" srcOrd="0" destOrd="0" presId="urn:microsoft.com/office/officeart/2005/8/layout/hierarchy1"/>
    <dgm:cxn modelId="{1E58D6ED-A8A9-4C0B-BA89-A0B4DBC56382}" type="presOf" srcId="{F9C4722B-C80C-4BB3-AEF7-EC15AEB3C71E}" destId="{224F515A-B91A-4E30-87C9-89646E854800}" srcOrd="0" destOrd="0" presId="urn:microsoft.com/office/officeart/2005/8/layout/hierarchy1"/>
    <dgm:cxn modelId="{C5B216EC-A9B6-4E81-B732-901B870FE113}" type="presParOf" srcId="{224F515A-B91A-4E30-87C9-89646E854800}" destId="{C86309FF-BB16-4B2E-90FF-57BD4A1B81DC}" srcOrd="0" destOrd="0" presId="urn:microsoft.com/office/officeart/2005/8/layout/hierarchy1"/>
    <dgm:cxn modelId="{46A8D7E6-9DFC-4B9C-90E3-E9294E42CFC3}" type="presParOf" srcId="{C86309FF-BB16-4B2E-90FF-57BD4A1B81DC}" destId="{BFF47333-CC9D-4DF0-8A00-9D9AD2587BBF}" srcOrd="0" destOrd="0" presId="urn:microsoft.com/office/officeart/2005/8/layout/hierarchy1"/>
    <dgm:cxn modelId="{BE9CC114-7CAE-45A5-B793-D0A446AB94B1}" type="presParOf" srcId="{BFF47333-CC9D-4DF0-8A00-9D9AD2587BBF}" destId="{87F7B302-726A-4B2B-BCD9-772A3F11DCFC}" srcOrd="0" destOrd="0" presId="urn:microsoft.com/office/officeart/2005/8/layout/hierarchy1"/>
    <dgm:cxn modelId="{F19BF1B7-619A-485A-94C8-D422A88DBF75}" type="presParOf" srcId="{BFF47333-CC9D-4DF0-8A00-9D9AD2587BBF}" destId="{46237966-A1BF-4E77-A2C7-1A7EB6121959}" srcOrd="1" destOrd="0" presId="urn:microsoft.com/office/officeart/2005/8/layout/hierarchy1"/>
    <dgm:cxn modelId="{7CAD4513-B93E-42BC-BC23-5C54A2D3622E}" type="presParOf" srcId="{C86309FF-BB16-4B2E-90FF-57BD4A1B81DC}" destId="{AC9AD8E9-4DC6-45AC-9566-215718B22F57}" srcOrd="1" destOrd="0" presId="urn:microsoft.com/office/officeart/2005/8/layout/hierarchy1"/>
    <dgm:cxn modelId="{04118A11-A00B-4CD4-A451-8D582E2963F4}" type="presParOf" srcId="{AC9AD8E9-4DC6-45AC-9566-215718B22F57}" destId="{56D12C89-8A87-47D5-BAE9-47192A17590C}" srcOrd="0" destOrd="0" presId="urn:microsoft.com/office/officeart/2005/8/layout/hierarchy1"/>
    <dgm:cxn modelId="{FFC68F4F-57DC-486F-A7E0-F374A536EE1A}" type="presParOf" srcId="{AC9AD8E9-4DC6-45AC-9566-215718B22F57}" destId="{3792F5AE-7AFC-403D-913D-52134542C6B7}" srcOrd="1" destOrd="0" presId="urn:microsoft.com/office/officeart/2005/8/layout/hierarchy1"/>
    <dgm:cxn modelId="{E4F891A0-A22F-4DE4-915E-E0951E1B01BC}" type="presParOf" srcId="{3792F5AE-7AFC-403D-913D-52134542C6B7}" destId="{D24ACF50-4745-4E2F-9C46-976C42B9A25B}" srcOrd="0" destOrd="0" presId="urn:microsoft.com/office/officeart/2005/8/layout/hierarchy1"/>
    <dgm:cxn modelId="{0E4D4ADB-47FD-4F44-8E8C-B3E0F32F676F}" type="presParOf" srcId="{D24ACF50-4745-4E2F-9C46-976C42B9A25B}" destId="{A606D9A7-0430-4721-A07C-D4A2B04711FC}" srcOrd="0" destOrd="0" presId="urn:microsoft.com/office/officeart/2005/8/layout/hierarchy1"/>
    <dgm:cxn modelId="{8BCE204A-692A-48A3-AE93-7655DA5A5A9E}" type="presParOf" srcId="{D24ACF50-4745-4E2F-9C46-976C42B9A25B}" destId="{CFED2EDF-FC84-40D4-B2CA-ABAD7A53F69D}" srcOrd="1" destOrd="0" presId="urn:microsoft.com/office/officeart/2005/8/layout/hierarchy1"/>
    <dgm:cxn modelId="{758A1186-76B9-44AB-AE90-12F3DE08DCEA}" type="presParOf" srcId="{3792F5AE-7AFC-403D-913D-52134542C6B7}" destId="{1058DA86-F7AD-448E-BA92-AEF556B945D0}" srcOrd="1" destOrd="0" presId="urn:microsoft.com/office/officeart/2005/8/layout/hierarchy1"/>
    <dgm:cxn modelId="{1D886157-4D23-4EFB-806A-3E0C2A3D4A57}" type="presParOf" srcId="{AC9AD8E9-4DC6-45AC-9566-215718B22F57}" destId="{BD58EECF-5B34-4C6C-9328-BF6AB294CEF0}" srcOrd="2" destOrd="0" presId="urn:microsoft.com/office/officeart/2005/8/layout/hierarchy1"/>
    <dgm:cxn modelId="{0DAFD8AE-E110-4464-B3BB-B386B9B4E3FE}" type="presParOf" srcId="{AC9AD8E9-4DC6-45AC-9566-215718B22F57}" destId="{C9E407A0-ADF7-480A-9D49-F494A064B96D}" srcOrd="3" destOrd="0" presId="urn:microsoft.com/office/officeart/2005/8/layout/hierarchy1"/>
    <dgm:cxn modelId="{29EA94EA-4258-47AA-A3C9-95D01A279D8B}" type="presParOf" srcId="{C9E407A0-ADF7-480A-9D49-F494A064B96D}" destId="{6C3F9394-BCEF-430D-81F8-E09E9FF234D6}" srcOrd="0" destOrd="0" presId="urn:microsoft.com/office/officeart/2005/8/layout/hierarchy1"/>
    <dgm:cxn modelId="{57FD9BAC-2825-49FD-83F5-5FF8810762F1}" type="presParOf" srcId="{6C3F9394-BCEF-430D-81F8-E09E9FF234D6}" destId="{6D7F92B4-22A7-4B9E-8628-845ACAA2A50F}" srcOrd="0" destOrd="0" presId="urn:microsoft.com/office/officeart/2005/8/layout/hierarchy1"/>
    <dgm:cxn modelId="{FE4CD18E-575E-44B7-B7B0-6DE5E8C9B556}" type="presParOf" srcId="{6C3F9394-BCEF-430D-81F8-E09E9FF234D6}" destId="{FA50BB76-4079-470D-B129-B9DB90E4D9FF}" srcOrd="1" destOrd="0" presId="urn:microsoft.com/office/officeart/2005/8/layout/hierarchy1"/>
    <dgm:cxn modelId="{80151659-7C9C-414C-8656-17DEC2AF3575}" type="presParOf" srcId="{C9E407A0-ADF7-480A-9D49-F494A064B96D}" destId="{6443813E-26BD-4DE2-B14F-F8A5DD84CAD2}" srcOrd="1" destOrd="0" presId="urn:microsoft.com/office/officeart/2005/8/layout/hierarchy1"/>
    <dgm:cxn modelId="{FE767F54-1A39-42A7-AF2E-11AD7792822E}" type="presParOf" srcId="{AC9AD8E9-4DC6-45AC-9566-215718B22F57}" destId="{D9C27887-8A4B-495E-A41A-26359B03CAE5}" srcOrd="4" destOrd="0" presId="urn:microsoft.com/office/officeart/2005/8/layout/hierarchy1"/>
    <dgm:cxn modelId="{AE281DCB-8E5F-4787-96C3-5202831417FD}" type="presParOf" srcId="{AC9AD8E9-4DC6-45AC-9566-215718B22F57}" destId="{F0B07C84-C5E0-4831-AE7F-9811E6A3DF63}" srcOrd="5" destOrd="0" presId="urn:microsoft.com/office/officeart/2005/8/layout/hierarchy1"/>
    <dgm:cxn modelId="{B823515D-4C1F-455E-A9C7-A9AEC9DCB0F5}" type="presParOf" srcId="{F0B07C84-C5E0-4831-AE7F-9811E6A3DF63}" destId="{66C24465-492C-4565-8CA0-21D6AF4B6B77}" srcOrd="0" destOrd="0" presId="urn:microsoft.com/office/officeart/2005/8/layout/hierarchy1"/>
    <dgm:cxn modelId="{8D4D493F-17CB-4A56-A240-A7ED1733062F}" type="presParOf" srcId="{66C24465-492C-4565-8CA0-21D6AF4B6B77}" destId="{1BEE5EDD-4A61-445B-BE4E-9673DFDE6F6F}" srcOrd="0" destOrd="0" presId="urn:microsoft.com/office/officeart/2005/8/layout/hierarchy1"/>
    <dgm:cxn modelId="{4284CCE7-3489-488F-BBC7-D82AF05A3A15}" type="presParOf" srcId="{66C24465-492C-4565-8CA0-21D6AF4B6B77}" destId="{F6F6FB3F-413D-4B89-A47A-1FCBE1D69290}" srcOrd="1" destOrd="0" presId="urn:microsoft.com/office/officeart/2005/8/layout/hierarchy1"/>
    <dgm:cxn modelId="{778EA97F-FD1A-4BB7-8355-C9B1D1AC8E72}" type="presParOf" srcId="{F0B07C84-C5E0-4831-AE7F-9811E6A3DF63}" destId="{BFF0304D-8DE2-4700-B1AC-FF765116A0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AD2C30-F353-4A3D-AAE7-2D2577CC5B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E830D0-9725-4237-A0E5-EA1462439495}">
      <dgm:prSet/>
      <dgm:spPr/>
      <dgm:t>
        <a:bodyPr/>
        <a:lstStyle/>
        <a:p>
          <a:r>
            <a:rPr lang="en-GB" b="1" i="0" u="sng" dirty="0" err="1"/>
            <a:t>Funktionen</a:t>
          </a:r>
          <a:r>
            <a:rPr lang="en-GB" b="1" i="0" u="sng" dirty="0"/>
            <a:t> </a:t>
          </a:r>
          <a:r>
            <a:rPr lang="en-GB" b="1" i="0" u="sng" dirty="0" err="1"/>
            <a:t>meiner</a:t>
          </a:r>
          <a:r>
            <a:rPr lang="en-GB" b="1" i="0" u="sng" dirty="0"/>
            <a:t> </a:t>
          </a:r>
          <a:r>
            <a:rPr lang="en-GB" b="1" i="0" u="sng" dirty="0" err="1"/>
            <a:t>Webseite</a:t>
          </a:r>
          <a:endParaRPr lang="en-US" dirty="0"/>
        </a:p>
      </dgm:t>
    </dgm:pt>
    <dgm:pt modelId="{3B4CCEFB-C1D4-44BF-BACF-42E8E734D9B7}" type="parTrans" cxnId="{0B715C47-4523-4B17-ACDC-33D2C1BD1259}">
      <dgm:prSet/>
      <dgm:spPr/>
      <dgm:t>
        <a:bodyPr/>
        <a:lstStyle/>
        <a:p>
          <a:endParaRPr lang="en-US"/>
        </a:p>
      </dgm:t>
    </dgm:pt>
    <dgm:pt modelId="{D52B46D9-2204-4617-8955-540EF8B772D4}" type="sibTrans" cxnId="{0B715C47-4523-4B17-ACDC-33D2C1BD1259}">
      <dgm:prSet/>
      <dgm:spPr/>
      <dgm:t>
        <a:bodyPr/>
        <a:lstStyle/>
        <a:p>
          <a:endParaRPr lang="en-US"/>
        </a:p>
      </dgm:t>
    </dgm:pt>
    <dgm:pt modelId="{3C960D89-4AEB-4A11-B6F3-71C75A470B66}">
      <dgm:prSet/>
      <dgm:spPr/>
      <dgm:t>
        <a:bodyPr/>
        <a:lstStyle/>
        <a:p>
          <a:r>
            <a:rPr lang="en-GB"/>
            <a:t>Reserviergungssystem</a:t>
          </a:r>
          <a:endParaRPr lang="en-US"/>
        </a:p>
      </dgm:t>
    </dgm:pt>
    <dgm:pt modelId="{ED46B7A6-138B-4484-A2C1-A56E578E93F3}" type="parTrans" cxnId="{C329A504-8610-40A9-A90B-2E4DD0121E0B}">
      <dgm:prSet/>
      <dgm:spPr/>
      <dgm:t>
        <a:bodyPr/>
        <a:lstStyle/>
        <a:p>
          <a:endParaRPr lang="en-US"/>
        </a:p>
      </dgm:t>
    </dgm:pt>
    <dgm:pt modelId="{07A23E0F-5166-4EEC-AC7D-49276FE8EED6}" type="sibTrans" cxnId="{C329A504-8610-40A9-A90B-2E4DD0121E0B}">
      <dgm:prSet/>
      <dgm:spPr/>
      <dgm:t>
        <a:bodyPr/>
        <a:lstStyle/>
        <a:p>
          <a:endParaRPr lang="en-US"/>
        </a:p>
      </dgm:t>
    </dgm:pt>
    <dgm:pt modelId="{B5C1A224-D06F-44A4-93FF-E5EBC9FEDE8B}">
      <dgm:prSet/>
      <dgm:spPr/>
      <dgm:t>
        <a:bodyPr/>
        <a:lstStyle/>
        <a:p>
          <a:r>
            <a:rPr lang="en-GB" dirty="0"/>
            <a:t>Admin Menu für </a:t>
          </a:r>
          <a:r>
            <a:rPr lang="en-GB" dirty="0" err="1"/>
            <a:t>Adminen</a:t>
          </a:r>
          <a:endParaRPr lang="en-US" dirty="0"/>
        </a:p>
      </dgm:t>
    </dgm:pt>
    <dgm:pt modelId="{D924C862-A4FB-4AD9-B299-61189A5F2F73}" type="parTrans" cxnId="{B70BE2CC-B54F-49F2-8044-6FD9E459CEE7}">
      <dgm:prSet/>
      <dgm:spPr/>
      <dgm:t>
        <a:bodyPr/>
        <a:lstStyle/>
        <a:p>
          <a:endParaRPr lang="en-US"/>
        </a:p>
      </dgm:t>
    </dgm:pt>
    <dgm:pt modelId="{5A7FD251-F65D-4112-90F0-04BA3DE97788}" type="sibTrans" cxnId="{B70BE2CC-B54F-49F2-8044-6FD9E459CEE7}">
      <dgm:prSet/>
      <dgm:spPr/>
      <dgm:t>
        <a:bodyPr/>
        <a:lstStyle/>
        <a:p>
          <a:endParaRPr lang="en-US"/>
        </a:p>
      </dgm:t>
    </dgm:pt>
    <dgm:pt modelId="{0F6F50D2-E2A1-4A3E-916F-0CFE7D162624}">
      <dgm:prSet/>
      <dgm:spPr/>
      <dgm:t>
        <a:bodyPr/>
        <a:lstStyle/>
        <a:p>
          <a:r>
            <a:rPr lang="en-GB"/>
            <a:t>Benutzer können Einstellungen des Kontos ändern</a:t>
          </a:r>
          <a:endParaRPr lang="en-US"/>
        </a:p>
      </dgm:t>
    </dgm:pt>
    <dgm:pt modelId="{F9320CFB-675C-416B-9223-809A985E1305}" type="parTrans" cxnId="{5705F3EF-D18B-4093-A724-B90E610F80B8}">
      <dgm:prSet/>
      <dgm:spPr/>
      <dgm:t>
        <a:bodyPr/>
        <a:lstStyle/>
        <a:p>
          <a:endParaRPr lang="en-US"/>
        </a:p>
      </dgm:t>
    </dgm:pt>
    <dgm:pt modelId="{B14DE4B4-9342-4B66-B561-CB8F515F12AF}" type="sibTrans" cxnId="{5705F3EF-D18B-4093-A724-B90E610F80B8}">
      <dgm:prSet/>
      <dgm:spPr/>
      <dgm:t>
        <a:bodyPr/>
        <a:lstStyle/>
        <a:p>
          <a:endParaRPr lang="en-US"/>
        </a:p>
      </dgm:t>
    </dgm:pt>
    <dgm:pt modelId="{CDD78070-D51A-485B-9106-6CE125A34487}">
      <dgm:prSet/>
      <dgm:spPr/>
      <dgm:t>
        <a:bodyPr/>
        <a:lstStyle/>
        <a:p>
          <a:r>
            <a:rPr lang="en-GB"/>
            <a:t>Reservierungen löschen und editieren</a:t>
          </a:r>
          <a:endParaRPr lang="en-US"/>
        </a:p>
      </dgm:t>
    </dgm:pt>
    <dgm:pt modelId="{8152225A-B5A1-4A71-9EF3-164C110B850E}" type="parTrans" cxnId="{2782E8D8-4FA5-4144-95B8-C83986660ECA}">
      <dgm:prSet/>
      <dgm:spPr/>
      <dgm:t>
        <a:bodyPr/>
        <a:lstStyle/>
        <a:p>
          <a:endParaRPr lang="en-US"/>
        </a:p>
      </dgm:t>
    </dgm:pt>
    <dgm:pt modelId="{5D0BF2B8-7F9F-46CD-B5BF-0129653A8F87}" type="sibTrans" cxnId="{2782E8D8-4FA5-4144-95B8-C83986660ECA}">
      <dgm:prSet/>
      <dgm:spPr/>
      <dgm:t>
        <a:bodyPr/>
        <a:lstStyle/>
        <a:p>
          <a:endParaRPr lang="en-US"/>
        </a:p>
      </dgm:t>
    </dgm:pt>
    <dgm:pt modelId="{22DF6E10-8439-4AE2-8129-BAABC9C10AA3}">
      <dgm:prSet/>
      <dgm:spPr/>
      <dgm:t>
        <a:bodyPr/>
        <a:lstStyle/>
        <a:p>
          <a:r>
            <a:rPr lang="en-GB" dirty="0"/>
            <a:t>Website </a:t>
          </a:r>
          <a:r>
            <a:rPr lang="en-GB" dirty="0" err="1"/>
            <a:t>sendet</a:t>
          </a:r>
          <a:r>
            <a:rPr lang="en-GB" dirty="0"/>
            <a:t> </a:t>
          </a:r>
          <a:r>
            <a:rPr lang="en-GB" dirty="0" err="1"/>
            <a:t>ein</a:t>
          </a:r>
          <a:r>
            <a:rPr lang="en-GB" dirty="0"/>
            <a:t> </a:t>
          </a:r>
          <a:r>
            <a:rPr lang="en-GB" dirty="0" err="1"/>
            <a:t>Json</a:t>
          </a:r>
          <a:r>
            <a:rPr lang="en-GB" dirty="0"/>
            <a:t> für </a:t>
          </a:r>
          <a:r>
            <a:rPr lang="en-GB" dirty="0" err="1"/>
            <a:t>dass</a:t>
          </a:r>
          <a:r>
            <a:rPr lang="en-GB" dirty="0"/>
            <a:t> den raspberry es </a:t>
          </a:r>
          <a:r>
            <a:rPr lang="en-GB" dirty="0" err="1"/>
            <a:t>lesen</a:t>
          </a:r>
          <a:r>
            <a:rPr lang="en-GB" dirty="0"/>
            <a:t> </a:t>
          </a:r>
          <a:r>
            <a:rPr lang="en-GB" dirty="0" err="1"/>
            <a:t>kann</a:t>
          </a:r>
          <a:r>
            <a:rPr lang="en-GB" dirty="0"/>
            <a:t>.</a:t>
          </a:r>
          <a:endParaRPr lang="en-US" dirty="0"/>
        </a:p>
      </dgm:t>
    </dgm:pt>
    <dgm:pt modelId="{847F8212-E1E9-42D1-9327-BFEE6D2EBF91}" type="parTrans" cxnId="{5C964B6A-1EB2-49BF-AAC0-6BCB345BA398}">
      <dgm:prSet/>
      <dgm:spPr/>
      <dgm:t>
        <a:bodyPr/>
        <a:lstStyle/>
        <a:p>
          <a:endParaRPr lang="en-US"/>
        </a:p>
      </dgm:t>
    </dgm:pt>
    <dgm:pt modelId="{5022869B-2317-4BA9-ACDF-FB22436590F8}" type="sibTrans" cxnId="{5C964B6A-1EB2-49BF-AAC0-6BCB345BA398}">
      <dgm:prSet/>
      <dgm:spPr/>
      <dgm:t>
        <a:bodyPr/>
        <a:lstStyle/>
        <a:p>
          <a:endParaRPr lang="en-US"/>
        </a:p>
      </dgm:t>
    </dgm:pt>
    <dgm:pt modelId="{24E35EDD-55A2-435C-BE5A-AFCF923A4C88}" type="pres">
      <dgm:prSet presAssocID="{83AD2C30-F353-4A3D-AAE7-2D2577CC5B0B}" presName="vert0" presStyleCnt="0">
        <dgm:presLayoutVars>
          <dgm:dir/>
          <dgm:animOne val="branch"/>
          <dgm:animLvl val="lvl"/>
        </dgm:presLayoutVars>
      </dgm:prSet>
      <dgm:spPr/>
    </dgm:pt>
    <dgm:pt modelId="{E3139574-B512-4327-889D-B5B318D921DC}" type="pres">
      <dgm:prSet presAssocID="{EFE830D0-9725-4237-A0E5-EA1462439495}" presName="thickLine" presStyleLbl="alignNode1" presStyleIdx="0" presStyleCnt="1"/>
      <dgm:spPr/>
    </dgm:pt>
    <dgm:pt modelId="{9FF28DBC-7CA6-43B7-8358-D7CC53180F64}" type="pres">
      <dgm:prSet presAssocID="{EFE830D0-9725-4237-A0E5-EA1462439495}" presName="horz1" presStyleCnt="0"/>
      <dgm:spPr/>
    </dgm:pt>
    <dgm:pt modelId="{709BBCF2-C698-49DC-82BF-B00359FC0EC2}" type="pres">
      <dgm:prSet presAssocID="{EFE830D0-9725-4237-A0E5-EA1462439495}" presName="tx1" presStyleLbl="revTx" presStyleIdx="0" presStyleCnt="6"/>
      <dgm:spPr/>
    </dgm:pt>
    <dgm:pt modelId="{17451AEF-874F-4824-8FCD-1B4C234120B4}" type="pres">
      <dgm:prSet presAssocID="{EFE830D0-9725-4237-A0E5-EA1462439495}" presName="vert1" presStyleCnt="0"/>
      <dgm:spPr/>
    </dgm:pt>
    <dgm:pt modelId="{7C5A7562-BF07-46C8-B7C1-8968443CF983}" type="pres">
      <dgm:prSet presAssocID="{3C960D89-4AEB-4A11-B6F3-71C75A470B66}" presName="vertSpace2a" presStyleCnt="0"/>
      <dgm:spPr/>
    </dgm:pt>
    <dgm:pt modelId="{5E9D7493-9952-46B3-ABEC-A86E6050B6D2}" type="pres">
      <dgm:prSet presAssocID="{3C960D89-4AEB-4A11-B6F3-71C75A470B66}" presName="horz2" presStyleCnt="0"/>
      <dgm:spPr/>
    </dgm:pt>
    <dgm:pt modelId="{CF277D6F-A66A-4E73-AB55-A05049525A8C}" type="pres">
      <dgm:prSet presAssocID="{3C960D89-4AEB-4A11-B6F3-71C75A470B66}" presName="horzSpace2" presStyleCnt="0"/>
      <dgm:spPr/>
    </dgm:pt>
    <dgm:pt modelId="{971688FA-2893-4A1B-90C8-5CFFDAF93EDA}" type="pres">
      <dgm:prSet presAssocID="{3C960D89-4AEB-4A11-B6F3-71C75A470B66}" presName="tx2" presStyleLbl="revTx" presStyleIdx="1" presStyleCnt="6"/>
      <dgm:spPr/>
    </dgm:pt>
    <dgm:pt modelId="{F2FE2DD0-4DEC-4308-A3B8-5593E862C33C}" type="pres">
      <dgm:prSet presAssocID="{3C960D89-4AEB-4A11-B6F3-71C75A470B66}" presName="vert2" presStyleCnt="0"/>
      <dgm:spPr/>
    </dgm:pt>
    <dgm:pt modelId="{808D3874-D45D-49A8-8BA6-3B11844BB109}" type="pres">
      <dgm:prSet presAssocID="{3C960D89-4AEB-4A11-B6F3-71C75A470B66}" presName="thinLine2b" presStyleLbl="callout" presStyleIdx="0" presStyleCnt="5"/>
      <dgm:spPr/>
    </dgm:pt>
    <dgm:pt modelId="{9FF54E16-1F4A-480C-A172-AD17BDE84E27}" type="pres">
      <dgm:prSet presAssocID="{3C960D89-4AEB-4A11-B6F3-71C75A470B66}" presName="vertSpace2b" presStyleCnt="0"/>
      <dgm:spPr/>
    </dgm:pt>
    <dgm:pt modelId="{E9DAFC96-2EC5-42C2-BD10-2D0AB94D8135}" type="pres">
      <dgm:prSet presAssocID="{B5C1A224-D06F-44A4-93FF-E5EBC9FEDE8B}" presName="horz2" presStyleCnt="0"/>
      <dgm:spPr/>
    </dgm:pt>
    <dgm:pt modelId="{A7759400-C0DB-4442-987F-4C130521424C}" type="pres">
      <dgm:prSet presAssocID="{B5C1A224-D06F-44A4-93FF-E5EBC9FEDE8B}" presName="horzSpace2" presStyleCnt="0"/>
      <dgm:spPr/>
    </dgm:pt>
    <dgm:pt modelId="{3A7D08BE-FEFD-4E42-9F96-A6E86C9AF69E}" type="pres">
      <dgm:prSet presAssocID="{B5C1A224-D06F-44A4-93FF-E5EBC9FEDE8B}" presName="tx2" presStyleLbl="revTx" presStyleIdx="2" presStyleCnt="6"/>
      <dgm:spPr/>
    </dgm:pt>
    <dgm:pt modelId="{8EF83200-495A-453A-B332-CDE16EE1094A}" type="pres">
      <dgm:prSet presAssocID="{B5C1A224-D06F-44A4-93FF-E5EBC9FEDE8B}" presName="vert2" presStyleCnt="0"/>
      <dgm:spPr/>
    </dgm:pt>
    <dgm:pt modelId="{732D0618-B7D6-48A3-B949-445DCA535906}" type="pres">
      <dgm:prSet presAssocID="{B5C1A224-D06F-44A4-93FF-E5EBC9FEDE8B}" presName="thinLine2b" presStyleLbl="callout" presStyleIdx="1" presStyleCnt="5"/>
      <dgm:spPr/>
    </dgm:pt>
    <dgm:pt modelId="{B8548A8A-2BCE-4C99-8D29-F16F08A26116}" type="pres">
      <dgm:prSet presAssocID="{B5C1A224-D06F-44A4-93FF-E5EBC9FEDE8B}" presName="vertSpace2b" presStyleCnt="0"/>
      <dgm:spPr/>
    </dgm:pt>
    <dgm:pt modelId="{1EC1D497-A16B-45F4-A11F-5823CEF13B55}" type="pres">
      <dgm:prSet presAssocID="{0F6F50D2-E2A1-4A3E-916F-0CFE7D162624}" presName="horz2" presStyleCnt="0"/>
      <dgm:spPr/>
    </dgm:pt>
    <dgm:pt modelId="{DC6EEEEF-CD04-4E16-A061-C3F8A575F22D}" type="pres">
      <dgm:prSet presAssocID="{0F6F50D2-E2A1-4A3E-916F-0CFE7D162624}" presName="horzSpace2" presStyleCnt="0"/>
      <dgm:spPr/>
    </dgm:pt>
    <dgm:pt modelId="{816B1DC4-0176-4601-93B2-67C1F6C75BBC}" type="pres">
      <dgm:prSet presAssocID="{0F6F50D2-E2A1-4A3E-916F-0CFE7D162624}" presName="tx2" presStyleLbl="revTx" presStyleIdx="3" presStyleCnt="6"/>
      <dgm:spPr/>
    </dgm:pt>
    <dgm:pt modelId="{9FC03DE3-847A-4CA9-94EE-C00D95B375BE}" type="pres">
      <dgm:prSet presAssocID="{0F6F50D2-E2A1-4A3E-916F-0CFE7D162624}" presName="vert2" presStyleCnt="0"/>
      <dgm:spPr/>
    </dgm:pt>
    <dgm:pt modelId="{0AA67DD3-7251-48D0-8CF3-B4C71589F3AD}" type="pres">
      <dgm:prSet presAssocID="{0F6F50D2-E2A1-4A3E-916F-0CFE7D162624}" presName="thinLine2b" presStyleLbl="callout" presStyleIdx="2" presStyleCnt="5"/>
      <dgm:spPr/>
    </dgm:pt>
    <dgm:pt modelId="{D5EF4116-BF87-4928-A575-3848E8DAAF58}" type="pres">
      <dgm:prSet presAssocID="{0F6F50D2-E2A1-4A3E-916F-0CFE7D162624}" presName="vertSpace2b" presStyleCnt="0"/>
      <dgm:spPr/>
    </dgm:pt>
    <dgm:pt modelId="{A759AB38-59EC-4354-AD41-04ECE99EA730}" type="pres">
      <dgm:prSet presAssocID="{CDD78070-D51A-485B-9106-6CE125A34487}" presName="horz2" presStyleCnt="0"/>
      <dgm:spPr/>
    </dgm:pt>
    <dgm:pt modelId="{D617877B-6D8F-433E-BA31-6EBCFB04CA0E}" type="pres">
      <dgm:prSet presAssocID="{CDD78070-D51A-485B-9106-6CE125A34487}" presName="horzSpace2" presStyleCnt="0"/>
      <dgm:spPr/>
    </dgm:pt>
    <dgm:pt modelId="{7F03997E-C878-467A-81C1-924FB3D880C3}" type="pres">
      <dgm:prSet presAssocID="{CDD78070-D51A-485B-9106-6CE125A34487}" presName="tx2" presStyleLbl="revTx" presStyleIdx="4" presStyleCnt="6"/>
      <dgm:spPr/>
    </dgm:pt>
    <dgm:pt modelId="{9409279F-BEE6-48C7-8979-FE43B7C5392E}" type="pres">
      <dgm:prSet presAssocID="{CDD78070-D51A-485B-9106-6CE125A34487}" presName="vert2" presStyleCnt="0"/>
      <dgm:spPr/>
    </dgm:pt>
    <dgm:pt modelId="{D743B06D-10AB-4DD7-89C1-98A2291CAA33}" type="pres">
      <dgm:prSet presAssocID="{CDD78070-D51A-485B-9106-6CE125A34487}" presName="thinLine2b" presStyleLbl="callout" presStyleIdx="3" presStyleCnt="5"/>
      <dgm:spPr/>
    </dgm:pt>
    <dgm:pt modelId="{48EB6022-FA82-407E-82DC-E304881C53AF}" type="pres">
      <dgm:prSet presAssocID="{CDD78070-D51A-485B-9106-6CE125A34487}" presName="vertSpace2b" presStyleCnt="0"/>
      <dgm:spPr/>
    </dgm:pt>
    <dgm:pt modelId="{28F59870-11BA-4C1D-BEF9-AFBED7A1BCBC}" type="pres">
      <dgm:prSet presAssocID="{22DF6E10-8439-4AE2-8129-BAABC9C10AA3}" presName="horz2" presStyleCnt="0"/>
      <dgm:spPr/>
    </dgm:pt>
    <dgm:pt modelId="{D486358F-7DF6-44A3-8709-17A6A82E9AC4}" type="pres">
      <dgm:prSet presAssocID="{22DF6E10-8439-4AE2-8129-BAABC9C10AA3}" presName="horzSpace2" presStyleCnt="0"/>
      <dgm:spPr/>
    </dgm:pt>
    <dgm:pt modelId="{8994750A-C1D1-4308-B97A-1E2C1E493FB2}" type="pres">
      <dgm:prSet presAssocID="{22DF6E10-8439-4AE2-8129-BAABC9C10AA3}" presName="tx2" presStyleLbl="revTx" presStyleIdx="5" presStyleCnt="6"/>
      <dgm:spPr/>
    </dgm:pt>
    <dgm:pt modelId="{555CD2C4-8810-4FB7-86F0-004CB9DA0B9A}" type="pres">
      <dgm:prSet presAssocID="{22DF6E10-8439-4AE2-8129-BAABC9C10AA3}" presName="vert2" presStyleCnt="0"/>
      <dgm:spPr/>
    </dgm:pt>
    <dgm:pt modelId="{C09B063C-F39E-4AC5-B344-3B74D93D5586}" type="pres">
      <dgm:prSet presAssocID="{22DF6E10-8439-4AE2-8129-BAABC9C10AA3}" presName="thinLine2b" presStyleLbl="callout" presStyleIdx="4" presStyleCnt="5"/>
      <dgm:spPr/>
    </dgm:pt>
    <dgm:pt modelId="{65E86352-F020-4D32-8E97-4C198474C917}" type="pres">
      <dgm:prSet presAssocID="{22DF6E10-8439-4AE2-8129-BAABC9C10AA3}" presName="vertSpace2b" presStyleCnt="0"/>
      <dgm:spPr/>
    </dgm:pt>
  </dgm:ptLst>
  <dgm:cxnLst>
    <dgm:cxn modelId="{C329A504-8610-40A9-A90B-2E4DD0121E0B}" srcId="{EFE830D0-9725-4237-A0E5-EA1462439495}" destId="{3C960D89-4AEB-4A11-B6F3-71C75A470B66}" srcOrd="0" destOrd="0" parTransId="{ED46B7A6-138B-4484-A2C1-A56E578E93F3}" sibTransId="{07A23E0F-5166-4EEC-AC7D-49276FE8EED6}"/>
    <dgm:cxn modelId="{96078C18-D6C6-4542-86CD-ADD3D7273DF2}" type="presOf" srcId="{CDD78070-D51A-485B-9106-6CE125A34487}" destId="{7F03997E-C878-467A-81C1-924FB3D880C3}" srcOrd="0" destOrd="0" presId="urn:microsoft.com/office/officeart/2008/layout/LinedList"/>
    <dgm:cxn modelId="{F4E2CE30-2E62-4838-B0D5-5D10CD438344}" type="presOf" srcId="{0F6F50D2-E2A1-4A3E-916F-0CFE7D162624}" destId="{816B1DC4-0176-4601-93B2-67C1F6C75BBC}" srcOrd="0" destOrd="0" presId="urn:microsoft.com/office/officeart/2008/layout/LinedList"/>
    <dgm:cxn modelId="{D2C8AB39-4AB6-41C2-AC7A-16023E17D1B9}" type="presOf" srcId="{B5C1A224-D06F-44A4-93FF-E5EBC9FEDE8B}" destId="{3A7D08BE-FEFD-4E42-9F96-A6E86C9AF69E}" srcOrd="0" destOrd="0" presId="urn:microsoft.com/office/officeart/2008/layout/LinedList"/>
    <dgm:cxn modelId="{0B715C47-4523-4B17-ACDC-33D2C1BD1259}" srcId="{83AD2C30-F353-4A3D-AAE7-2D2577CC5B0B}" destId="{EFE830D0-9725-4237-A0E5-EA1462439495}" srcOrd="0" destOrd="0" parTransId="{3B4CCEFB-C1D4-44BF-BACF-42E8E734D9B7}" sibTransId="{D52B46D9-2204-4617-8955-540EF8B772D4}"/>
    <dgm:cxn modelId="{5C964B6A-1EB2-49BF-AAC0-6BCB345BA398}" srcId="{EFE830D0-9725-4237-A0E5-EA1462439495}" destId="{22DF6E10-8439-4AE2-8129-BAABC9C10AA3}" srcOrd="4" destOrd="0" parTransId="{847F8212-E1E9-42D1-9327-BFEE6D2EBF91}" sibTransId="{5022869B-2317-4BA9-ACDF-FB22436590F8}"/>
    <dgm:cxn modelId="{89A6816B-805E-40C3-9123-526933A98B9A}" type="presOf" srcId="{3C960D89-4AEB-4A11-B6F3-71C75A470B66}" destId="{971688FA-2893-4A1B-90C8-5CFFDAF93EDA}" srcOrd="0" destOrd="0" presId="urn:microsoft.com/office/officeart/2008/layout/LinedList"/>
    <dgm:cxn modelId="{C04A4F6E-7435-4C8F-BA25-79B434749047}" type="presOf" srcId="{EFE830D0-9725-4237-A0E5-EA1462439495}" destId="{709BBCF2-C698-49DC-82BF-B00359FC0EC2}" srcOrd="0" destOrd="0" presId="urn:microsoft.com/office/officeart/2008/layout/LinedList"/>
    <dgm:cxn modelId="{D540FB4F-3351-4EEF-B5A6-E7069E06EA4F}" type="presOf" srcId="{83AD2C30-F353-4A3D-AAE7-2D2577CC5B0B}" destId="{24E35EDD-55A2-435C-BE5A-AFCF923A4C88}" srcOrd="0" destOrd="0" presId="urn:microsoft.com/office/officeart/2008/layout/LinedList"/>
    <dgm:cxn modelId="{B70BE2CC-B54F-49F2-8044-6FD9E459CEE7}" srcId="{EFE830D0-9725-4237-A0E5-EA1462439495}" destId="{B5C1A224-D06F-44A4-93FF-E5EBC9FEDE8B}" srcOrd="1" destOrd="0" parTransId="{D924C862-A4FB-4AD9-B299-61189A5F2F73}" sibTransId="{5A7FD251-F65D-4112-90F0-04BA3DE97788}"/>
    <dgm:cxn modelId="{2782E8D8-4FA5-4144-95B8-C83986660ECA}" srcId="{EFE830D0-9725-4237-A0E5-EA1462439495}" destId="{CDD78070-D51A-485B-9106-6CE125A34487}" srcOrd="3" destOrd="0" parTransId="{8152225A-B5A1-4A71-9EF3-164C110B850E}" sibTransId="{5D0BF2B8-7F9F-46CD-B5BF-0129653A8F87}"/>
    <dgm:cxn modelId="{BD1534E2-97D2-4FB4-B756-842A1CAD2D86}" type="presOf" srcId="{22DF6E10-8439-4AE2-8129-BAABC9C10AA3}" destId="{8994750A-C1D1-4308-B97A-1E2C1E493FB2}" srcOrd="0" destOrd="0" presId="urn:microsoft.com/office/officeart/2008/layout/LinedList"/>
    <dgm:cxn modelId="{5705F3EF-D18B-4093-A724-B90E610F80B8}" srcId="{EFE830D0-9725-4237-A0E5-EA1462439495}" destId="{0F6F50D2-E2A1-4A3E-916F-0CFE7D162624}" srcOrd="2" destOrd="0" parTransId="{F9320CFB-675C-416B-9223-809A985E1305}" sibTransId="{B14DE4B4-9342-4B66-B561-CB8F515F12AF}"/>
    <dgm:cxn modelId="{69F0C412-554C-4658-888F-8975383F1898}" type="presParOf" srcId="{24E35EDD-55A2-435C-BE5A-AFCF923A4C88}" destId="{E3139574-B512-4327-889D-B5B318D921DC}" srcOrd="0" destOrd="0" presId="urn:microsoft.com/office/officeart/2008/layout/LinedList"/>
    <dgm:cxn modelId="{EE84C595-105F-447A-A355-C7230C355B42}" type="presParOf" srcId="{24E35EDD-55A2-435C-BE5A-AFCF923A4C88}" destId="{9FF28DBC-7CA6-43B7-8358-D7CC53180F64}" srcOrd="1" destOrd="0" presId="urn:microsoft.com/office/officeart/2008/layout/LinedList"/>
    <dgm:cxn modelId="{944BCD61-7B0E-4109-A5DC-DB606646BDAB}" type="presParOf" srcId="{9FF28DBC-7CA6-43B7-8358-D7CC53180F64}" destId="{709BBCF2-C698-49DC-82BF-B00359FC0EC2}" srcOrd="0" destOrd="0" presId="urn:microsoft.com/office/officeart/2008/layout/LinedList"/>
    <dgm:cxn modelId="{97E55988-7376-4249-A5E1-6D7DB8FCFD1A}" type="presParOf" srcId="{9FF28DBC-7CA6-43B7-8358-D7CC53180F64}" destId="{17451AEF-874F-4824-8FCD-1B4C234120B4}" srcOrd="1" destOrd="0" presId="urn:microsoft.com/office/officeart/2008/layout/LinedList"/>
    <dgm:cxn modelId="{121C6202-3C8A-41F0-AA38-8841584978B4}" type="presParOf" srcId="{17451AEF-874F-4824-8FCD-1B4C234120B4}" destId="{7C5A7562-BF07-46C8-B7C1-8968443CF983}" srcOrd="0" destOrd="0" presId="urn:microsoft.com/office/officeart/2008/layout/LinedList"/>
    <dgm:cxn modelId="{27AF88FC-F50B-4046-963C-13E85B9776FB}" type="presParOf" srcId="{17451AEF-874F-4824-8FCD-1B4C234120B4}" destId="{5E9D7493-9952-46B3-ABEC-A86E6050B6D2}" srcOrd="1" destOrd="0" presId="urn:microsoft.com/office/officeart/2008/layout/LinedList"/>
    <dgm:cxn modelId="{DECDD63B-6CD1-4898-A4FA-76186275D798}" type="presParOf" srcId="{5E9D7493-9952-46B3-ABEC-A86E6050B6D2}" destId="{CF277D6F-A66A-4E73-AB55-A05049525A8C}" srcOrd="0" destOrd="0" presId="urn:microsoft.com/office/officeart/2008/layout/LinedList"/>
    <dgm:cxn modelId="{FF15F51B-7782-4E9A-B5EB-D403985E42FD}" type="presParOf" srcId="{5E9D7493-9952-46B3-ABEC-A86E6050B6D2}" destId="{971688FA-2893-4A1B-90C8-5CFFDAF93EDA}" srcOrd="1" destOrd="0" presId="urn:microsoft.com/office/officeart/2008/layout/LinedList"/>
    <dgm:cxn modelId="{AB0BA0D3-38D9-4212-8BB1-0697AE88B299}" type="presParOf" srcId="{5E9D7493-9952-46B3-ABEC-A86E6050B6D2}" destId="{F2FE2DD0-4DEC-4308-A3B8-5593E862C33C}" srcOrd="2" destOrd="0" presId="urn:microsoft.com/office/officeart/2008/layout/LinedList"/>
    <dgm:cxn modelId="{B007E9E4-BD00-4131-8DA4-576AE7653A63}" type="presParOf" srcId="{17451AEF-874F-4824-8FCD-1B4C234120B4}" destId="{808D3874-D45D-49A8-8BA6-3B11844BB109}" srcOrd="2" destOrd="0" presId="urn:microsoft.com/office/officeart/2008/layout/LinedList"/>
    <dgm:cxn modelId="{3F64B92C-205D-481E-B0B9-78B573DAA844}" type="presParOf" srcId="{17451AEF-874F-4824-8FCD-1B4C234120B4}" destId="{9FF54E16-1F4A-480C-A172-AD17BDE84E27}" srcOrd="3" destOrd="0" presId="urn:microsoft.com/office/officeart/2008/layout/LinedList"/>
    <dgm:cxn modelId="{945DC1C5-FCA6-4087-8E82-DE5C68361598}" type="presParOf" srcId="{17451AEF-874F-4824-8FCD-1B4C234120B4}" destId="{E9DAFC96-2EC5-42C2-BD10-2D0AB94D8135}" srcOrd="4" destOrd="0" presId="urn:microsoft.com/office/officeart/2008/layout/LinedList"/>
    <dgm:cxn modelId="{D4756A0D-7432-45E0-AE4C-AE010733150B}" type="presParOf" srcId="{E9DAFC96-2EC5-42C2-BD10-2D0AB94D8135}" destId="{A7759400-C0DB-4442-987F-4C130521424C}" srcOrd="0" destOrd="0" presId="urn:microsoft.com/office/officeart/2008/layout/LinedList"/>
    <dgm:cxn modelId="{E1BAA41E-3EDA-4B34-91BB-576DD14E4E36}" type="presParOf" srcId="{E9DAFC96-2EC5-42C2-BD10-2D0AB94D8135}" destId="{3A7D08BE-FEFD-4E42-9F96-A6E86C9AF69E}" srcOrd="1" destOrd="0" presId="urn:microsoft.com/office/officeart/2008/layout/LinedList"/>
    <dgm:cxn modelId="{F2E53148-FA40-4FA1-ACEB-62D027F9714C}" type="presParOf" srcId="{E9DAFC96-2EC5-42C2-BD10-2D0AB94D8135}" destId="{8EF83200-495A-453A-B332-CDE16EE1094A}" srcOrd="2" destOrd="0" presId="urn:microsoft.com/office/officeart/2008/layout/LinedList"/>
    <dgm:cxn modelId="{84978140-4E35-4F58-A7D0-3BAED72D5A59}" type="presParOf" srcId="{17451AEF-874F-4824-8FCD-1B4C234120B4}" destId="{732D0618-B7D6-48A3-B949-445DCA535906}" srcOrd="5" destOrd="0" presId="urn:microsoft.com/office/officeart/2008/layout/LinedList"/>
    <dgm:cxn modelId="{8E3D4D59-E613-4211-848A-5A0488E2A484}" type="presParOf" srcId="{17451AEF-874F-4824-8FCD-1B4C234120B4}" destId="{B8548A8A-2BCE-4C99-8D29-F16F08A26116}" srcOrd="6" destOrd="0" presId="urn:microsoft.com/office/officeart/2008/layout/LinedList"/>
    <dgm:cxn modelId="{0C475195-1EDC-434E-9263-ED1B7D7FCDAA}" type="presParOf" srcId="{17451AEF-874F-4824-8FCD-1B4C234120B4}" destId="{1EC1D497-A16B-45F4-A11F-5823CEF13B55}" srcOrd="7" destOrd="0" presId="urn:microsoft.com/office/officeart/2008/layout/LinedList"/>
    <dgm:cxn modelId="{81188AE7-DB0A-4CF7-9897-201FE10C06F2}" type="presParOf" srcId="{1EC1D497-A16B-45F4-A11F-5823CEF13B55}" destId="{DC6EEEEF-CD04-4E16-A061-C3F8A575F22D}" srcOrd="0" destOrd="0" presId="urn:microsoft.com/office/officeart/2008/layout/LinedList"/>
    <dgm:cxn modelId="{7A51B68F-6B10-4099-B9BA-ADFE9E24D34E}" type="presParOf" srcId="{1EC1D497-A16B-45F4-A11F-5823CEF13B55}" destId="{816B1DC4-0176-4601-93B2-67C1F6C75BBC}" srcOrd="1" destOrd="0" presId="urn:microsoft.com/office/officeart/2008/layout/LinedList"/>
    <dgm:cxn modelId="{974962ED-9C9B-4657-9CBB-5BDEFECCFB38}" type="presParOf" srcId="{1EC1D497-A16B-45F4-A11F-5823CEF13B55}" destId="{9FC03DE3-847A-4CA9-94EE-C00D95B375BE}" srcOrd="2" destOrd="0" presId="urn:microsoft.com/office/officeart/2008/layout/LinedList"/>
    <dgm:cxn modelId="{D327902E-C8FF-4C28-828B-72FB0DD4C28F}" type="presParOf" srcId="{17451AEF-874F-4824-8FCD-1B4C234120B4}" destId="{0AA67DD3-7251-48D0-8CF3-B4C71589F3AD}" srcOrd="8" destOrd="0" presId="urn:microsoft.com/office/officeart/2008/layout/LinedList"/>
    <dgm:cxn modelId="{1CFCD3C1-67C9-4380-955D-6D47B8EAED80}" type="presParOf" srcId="{17451AEF-874F-4824-8FCD-1B4C234120B4}" destId="{D5EF4116-BF87-4928-A575-3848E8DAAF58}" srcOrd="9" destOrd="0" presId="urn:microsoft.com/office/officeart/2008/layout/LinedList"/>
    <dgm:cxn modelId="{ACC9DE26-8328-4549-96AC-A8172F63DDE8}" type="presParOf" srcId="{17451AEF-874F-4824-8FCD-1B4C234120B4}" destId="{A759AB38-59EC-4354-AD41-04ECE99EA730}" srcOrd="10" destOrd="0" presId="urn:microsoft.com/office/officeart/2008/layout/LinedList"/>
    <dgm:cxn modelId="{2568EBE9-0CAE-43EC-A19F-E38E84940231}" type="presParOf" srcId="{A759AB38-59EC-4354-AD41-04ECE99EA730}" destId="{D617877B-6D8F-433E-BA31-6EBCFB04CA0E}" srcOrd="0" destOrd="0" presId="urn:microsoft.com/office/officeart/2008/layout/LinedList"/>
    <dgm:cxn modelId="{83545B55-0139-4D1C-9C3F-73AE31BF41A4}" type="presParOf" srcId="{A759AB38-59EC-4354-AD41-04ECE99EA730}" destId="{7F03997E-C878-467A-81C1-924FB3D880C3}" srcOrd="1" destOrd="0" presId="urn:microsoft.com/office/officeart/2008/layout/LinedList"/>
    <dgm:cxn modelId="{62ABBC4A-D557-40D3-8A36-C9984F4DFE70}" type="presParOf" srcId="{A759AB38-59EC-4354-AD41-04ECE99EA730}" destId="{9409279F-BEE6-48C7-8979-FE43B7C5392E}" srcOrd="2" destOrd="0" presId="urn:microsoft.com/office/officeart/2008/layout/LinedList"/>
    <dgm:cxn modelId="{7C6A915E-648F-4EEC-A6C6-1343A463B7A1}" type="presParOf" srcId="{17451AEF-874F-4824-8FCD-1B4C234120B4}" destId="{D743B06D-10AB-4DD7-89C1-98A2291CAA33}" srcOrd="11" destOrd="0" presId="urn:microsoft.com/office/officeart/2008/layout/LinedList"/>
    <dgm:cxn modelId="{9C012CFE-7E27-4954-B928-69BB342CFC03}" type="presParOf" srcId="{17451AEF-874F-4824-8FCD-1B4C234120B4}" destId="{48EB6022-FA82-407E-82DC-E304881C53AF}" srcOrd="12" destOrd="0" presId="urn:microsoft.com/office/officeart/2008/layout/LinedList"/>
    <dgm:cxn modelId="{09B7334B-7726-4C75-A7FC-FA12E4DE6385}" type="presParOf" srcId="{17451AEF-874F-4824-8FCD-1B4C234120B4}" destId="{28F59870-11BA-4C1D-BEF9-AFBED7A1BCBC}" srcOrd="13" destOrd="0" presId="urn:microsoft.com/office/officeart/2008/layout/LinedList"/>
    <dgm:cxn modelId="{1F73A4AF-1C5C-4658-8030-DD34D5ED467A}" type="presParOf" srcId="{28F59870-11BA-4C1D-BEF9-AFBED7A1BCBC}" destId="{D486358F-7DF6-44A3-8709-17A6A82E9AC4}" srcOrd="0" destOrd="0" presId="urn:microsoft.com/office/officeart/2008/layout/LinedList"/>
    <dgm:cxn modelId="{26AB7BE2-C8DE-4DF4-859A-5982E896233D}" type="presParOf" srcId="{28F59870-11BA-4C1D-BEF9-AFBED7A1BCBC}" destId="{8994750A-C1D1-4308-B97A-1E2C1E493FB2}" srcOrd="1" destOrd="0" presId="urn:microsoft.com/office/officeart/2008/layout/LinedList"/>
    <dgm:cxn modelId="{03159AF9-0F5B-412E-B070-5F377597DA38}" type="presParOf" srcId="{28F59870-11BA-4C1D-BEF9-AFBED7A1BCBC}" destId="{555CD2C4-8810-4FB7-86F0-004CB9DA0B9A}" srcOrd="2" destOrd="0" presId="urn:microsoft.com/office/officeart/2008/layout/LinedList"/>
    <dgm:cxn modelId="{DF797C3E-7557-4B25-B100-F288572C2FD8}" type="presParOf" srcId="{17451AEF-874F-4824-8FCD-1B4C234120B4}" destId="{C09B063C-F39E-4AC5-B344-3B74D93D5586}" srcOrd="14" destOrd="0" presId="urn:microsoft.com/office/officeart/2008/layout/LinedList"/>
    <dgm:cxn modelId="{77C8D5E0-5C78-40EE-979E-B20B24F6F801}" type="presParOf" srcId="{17451AEF-874F-4824-8FCD-1B4C234120B4}" destId="{65E86352-F020-4D32-8E97-4C198474C917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D6D579-880C-4816-959B-08E5DCB64D1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49A8B4-D32A-46C6-94C9-3C09052E2774}">
      <dgm:prSet/>
      <dgm:spPr/>
      <dgm:t>
        <a:bodyPr/>
        <a:lstStyle/>
        <a:p>
          <a:r>
            <a:rPr lang="de-DE"/>
            <a:t>Reservierung machen -&gt; Webserver</a:t>
          </a:r>
          <a:endParaRPr lang="en-US"/>
        </a:p>
      </dgm:t>
    </dgm:pt>
    <dgm:pt modelId="{F9EFFB38-F878-4E27-816B-FB8D739C58E4}" type="parTrans" cxnId="{6ADB3058-AD16-4931-8250-91A7AABD2A81}">
      <dgm:prSet/>
      <dgm:spPr/>
      <dgm:t>
        <a:bodyPr/>
        <a:lstStyle/>
        <a:p>
          <a:endParaRPr lang="en-US"/>
        </a:p>
      </dgm:t>
    </dgm:pt>
    <dgm:pt modelId="{4C441522-B0F5-4185-A248-75D5D1F3324C}" type="sibTrans" cxnId="{6ADB3058-AD16-4931-8250-91A7AABD2A81}">
      <dgm:prSet/>
      <dgm:spPr/>
      <dgm:t>
        <a:bodyPr/>
        <a:lstStyle/>
        <a:p>
          <a:endParaRPr lang="en-US"/>
        </a:p>
      </dgm:t>
    </dgm:pt>
    <dgm:pt modelId="{425BD090-442C-47FB-A3A0-4DF879095525}">
      <dgm:prSet/>
      <dgm:spPr/>
      <dgm:t>
        <a:bodyPr/>
        <a:lstStyle/>
        <a:p>
          <a:r>
            <a:rPr lang="de-DE"/>
            <a:t>RFID-Batch lesen</a:t>
          </a:r>
          <a:endParaRPr lang="en-US"/>
        </a:p>
      </dgm:t>
    </dgm:pt>
    <dgm:pt modelId="{7246A072-1FFC-4AD2-934E-6366858CDD88}" type="parTrans" cxnId="{9DE47908-AE18-4199-8035-FC3A7D5CCF57}">
      <dgm:prSet/>
      <dgm:spPr/>
      <dgm:t>
        <a:bodyPr/>
        <a:lstStyle/>
        <a:p>
          <a:endParaRPr lang="en-US"/>
        </a:p>
      </dgm:t>
    </dgm:pt>
    <dgm:pt modelId="{B4F5752E-641A-47F5-883F-49D981C95F29}" type="sibTrans" cxnId="{9DE47908-AE18-4199-8035-FC3A7D5CCF57}">
      <dgm:prSet/>
      <dgm:spPr/>
      <dgm:t>
        <a:bodyPr/>
        <a:lstStyle/>
        <a:p>
          <a:endParaRPr lang="en-US"/>
        </a:p>
      </dgm:t>
    </dgm:pt>
    <dgm:pt modelId="{534C6238-B140-41B6-982D-B0860A21F58F}">
      <dgm:prSet/>
      <dgm:spPr/>
      <dgm:t>
        <a:bodyPr/>
        <a:lstStyle/>
        <a:p>
          <a:r>
            <a:rPr lang="de-DE"/>
            <a:t>Raspberry auf dem Modell -&gt; Anfrage an den Webserver.</a:t>
          </a:r>
          <a:endParaRPr lang="en-US"/>
        </a:p>
      </dgm:t>
    </dgm:pt>
    <dgm:pt modelId="{D0378D4B-68BF-4BE2-8DF7-7DF955B1FBD5}" type="parTrans" cxnId="{1EF3C7B1-30F9-40A2-8F6F-B97D1F53392B}">
      <dgm:prSet/>
      <dgm:spPr/>
      <dgm:t>
        <a:bodyPr/>
        <a:lstStyle/>
        <a:p>
          <a:endParaRPr lang="en-US"/>
        </a:p>
      </dgm:t>
    </dgm:pt>
    <dgm:pt modelId="{8E89FD5A-C710-47B9-B6B4-B05676AC538E}" type="sibTrans" cxnId="{1EF3C7B1-30F9-40A2-8F6F-B97D1F53392B}">
      <dgm:prSet/>
      <dgm:spPr/>
      <dgm:t>
        <a:bodyPr/>
        <a:lstStyle/>
        <a:p>
          <a:endParaRPr lang="en-US"/>
        </a:p>
      </dgm:t>
    </dgm:pt>
    <dgm:pt modelId="{4A845855-6BC0-48F8-BEB0-4275F79CD7CB}">
      <dgm:prSet/>
      <dgm:spPr/>
      <dgm:t>
        <a:bodyPr/>
        <a:lstStyle/>
        <a:p>
          <a:r>
            <a:rPr lang="de-DE"/>
            <a:t>Raspberry bekommt eine antwort = true oder false</a:t>
          </a:r>
          <a:endParaRPr lang="en-US"/>
        </a:p>
      </dgm:t>
    </dgm:pt>
    <dgm:pt modelId="{B28144D4-F791-47C9-9AEE-7D0CE49479D0}" type="parTrans" cxnId="{E010EFDF-7E9E-46EB-8B57-A9EEFA2FCB2C}">
      <dgm:prSet/>
      <dgm:spPr/>
      <dgm:t>
        <a:bodyPr/>
        <a:lstStyle/>
        <a:p>
          <a:endParaRPr lang="en-US"/>
        </a:p>
      </dgm:t>
    </dgm:pt>
    <dgm:pt modelId="{CCFE014F-12FF-4936-B5DC-FC12029B30FA}" type="sibTrans" cxnId="{E010EFDF-7E9E-46EB-8B57-A9EEFA2FCB2C}">
      <dgm:prSet/>
      <dgm:spPr/>
      <dgm:t>
        <a:bodyPr/>
        <a:lstStyle/>
        <a:p>
          <a:endParaRPr lang="en-US"/>
        </a:p>
      </dgm:t>
    </dgm:pt>
    <dgm:pt modelId="{0A74D814-9376-4891-BA3B-A7C596F8CA0C}">
      <dgm:prSet/>
      <dgm:spPr/>
      <dgm:t>
        <a:bodyPr/>
        <a:lstStyle/>
        <a:p>
          <a:r>
            <a:rPr lang="en-GB"/>
            <a:t>Wenn true ist dann öffnet sich die Tür.</a:t>
          </a:r>
          <a:endParaRPr lang="en-US"/>
        </a:p>
      </dgm:t>
    </dgm:pt>
    <dgm:pt modelId="{59847237-AFEC-435B-BCF5-5A6C3E1007BB}" type="parTrans" cxnId="{6447F965-622E-4575-9D1D-87D1C326CE00}">
      <dgm:prSet/>
      <dgm:spPr/>
      <dgm:t>
        <a:bodyPr/>
        <a:lstStyle/>
        <a:p>
          <a:endParaRPr lang="en-US"/>
        </a:p>
      </dgm:t>
    </dgm:pt>
    <dgm:pt modelId="{637F5F63-58C6-4353-A35B-C4CA6D84E944}" type="sibTrans" cxnId="{6447F965-622E-4575-9D1D-87D1C326CE00}">
      <dgm:prSet/>
      <dgm:spPr/>
      <dgm:t>
        <a:bodyPr/>
        <a:lstStyle/>
        <a:p>
          <a:endParaRPr lang="en-US"/>
        </a:p>
      </dgm:t>
    </dgm:pt>
    <dgm:pt modelId="{538A4583-C377-4283-87D0-DC84ABA1FAB3}" type="pres">
      <dgm:prSet presAssocID="{45D6D579-880C-4816-959B-08E5DCB64D10}" presName="outerComposite" presStyleCnt="0">
        <dgm:presLayoutVars>
          <dgm:chMax val="5"/>
          <dgm:dir/>
          <dgm:resizeHandles val="exact"/>
        </dgm:presLayoutVars>
      </dgm:prSet>
      <dgm:spPr/>
    </dgm:pt>
    <dgm:pt modelId="{4C6ACD9B-0B81-4E74-8C12-8BFE614F23B7}" type="pres">
      <dgm:prSet presAssocID="{45D6D579-880C-4816-959B-08E5DCB64D10}" presName="dummyMaxCanvas" presStyleCnt="0">
        <dgm:presLayoutVars/>
      </dgm:prSet>
      <dgm:spPr/>
    </dgm:pt>
    <dgm:pt modelId="{945AF0D1-DE5B-439C-81CB-92DF1243D843}" type="pres">
      <dgm:prSet presAssocID="{45D6D579-880C-4816-959B-08E5DCB64D10}" presName="FiveNodes_1" presStyleLbl="node1" presStyleIdx="0" presStyleCnt="5">
        <dgm:presLayoutVars>
          <dgm:bulletEnabled val="1"/>
        </dgm:presLayoutVars>
      </dgm:prSet>
      <dgm:spPr/>
    </dgm:pt>
    <dgm:pt modelId="{E4547253-FEED-4A3B-85FB-4FC515193D0E}" type="pres">
      <dgm:prSet presAssocID="{45D6D579-880C-4816-959B-08E5DCB64D10}" presName="FiveNodes_2" presStyleLbl="node1" presStyleIdx="1" presStyleCnt="5">
        <dgm:presLayoutVars>
          <dgm:bulletEnabled val="1"/>
        </dgm:presLayoutVars>
      </dgm:prSet>
      <dgm:spPr/>
    </dgm:pt>
    <dgm:pt modelId="{FBE65265-9A36-45E9-923D-BA6CB6C5E788}" type="pres">
      <dgm:prSet presAssocID="{45D6D579-880C-4816-959B-08E5DCB64D10}" presName="FiveNodes_3" presStyleLbl="node1" presStyleIdx="2" presStyleCnt="5">
        <dgm:presLayoutVars>
          <dgm:bulletEnabled val="1"/>
        </dgm:presLayoutVars>
      </dgm:prSet>
      <dgm:spPr/>
    </dgm:pt>
    <dgm:pt modelId="{0C4BE36B-8E7D-48B5-971C-F62ECD0172FE}" type="pres">
      <dgm:prSet presAssocID="{45D6D579-880C-4816-959B-08E5DCB64D10}" presName="FiveNodes_4" presStyleLbl="node1" presStyleIdx="3" presStyleCnt="5">
        <dgm:presLayoutVars>
          <dgm:bulletEnabled val="1"/>
        </dgm:presLayoutVars>
      </dgm:prSet>
      <dgm:spPr/>
    </dgm:pt>
    <dgm:pt modelId="{2C049D31-8739-4FFA-B091-D037575A3341}" type="pres">
      <dgm:prSet presAssocID="{45D6D579-880C-4816-959B-08E5DCB64D10}" presName="FiveNodes_5" presStyleLbl="node1" presStyleIdx="4" presStyleCnt="5">
        <dgm:presLayoutVars>
          <dgm:bulletEnabled val="1"/>
        </dgm:presLayoutVars>
      </dgm:prSet>
      <dgm:spPr/>
    </dgm:pt>
    <dgm:pt modelId="{CB5BA700-CA83-4B8C-AA2A-BB51E03A697C}" type="pres">
      <dgm:prSet presAssocID="{45D6D579-880C-4816-959B-08E5DCB64D10}" presName="FiveConn_1-2" presStyleLbl="fgAccFollowNode1" presStyleIdx="0" presStyleCnt="4">
        <dgm:presLayoutVars>
          <dgm:bulletEnabled val="1"/>
        </dgm:presLayoutVars>
      </dgm:prSet>
      <dgm:spPr/>
    </dgm:pt>
    <dgm:pt modelId="{E2616386-E198-4BE7-86CF-2416DB8D6BF0}" type="pres">
      <dgm:prSet presAssocID="{45D6D579-880C-4816-959B-08E5DCB64D10}" presName="FiveConn_2-3" presStyleLbl="fgAccFollowNode1" presStyleIdx="1" presStyleCnt="4">
        <dgm:presLayoutVars>
          <dgm:bulletEnabled val="1"/>
        </dgm:presLayoutVars>
      </dgm:prSet>
      <dgm:spPr/>
    </dgm:pt>
    <dgm:pt modelId="{981FA34C-40E4-4E9C-A0AE-C5F29FC63476}" type="pres">
      <dgm:prSet presAssocID="{45D6D579-880C-4816-959B-08E5DCB64D10}" presName="FiveConn_3-4" presStyleLbl="fgAccFollowNode1" presStyleIdx="2" presStyleCnt="4">
        <dgm:presLayoutVars>
          <dgm:bulletEnabled val="1"/>
        </dgm:presLayoutVars>
      </dgm:prSet>
      <dgm:spPr/>
    </dgm:pt>
    <dgm:pt modelId="{A04F5A25-C2D4-4DCF-9026-E74E4C7138C7}" type="pres">
      <dgm:prSet presAssocID="{45D6D579-880C-4816-959B-08E5DCB64D10}" presName="FiveConn_4-5" presStyleLbl="fgAccFollowNode1" presStyleIdx="3" presStyleCnt="4">
        <dgm:presLayoutVars>
          <dgm:bulletEnabled val="1"/>
        </dgm:presLayoutVars>
      </dgm:prSet>
      <dgm:spPr/>
    </dgm:pt>
    <dgm:pt modelId="{9483AA66-20F8-4F3A-B6F0-6631FA67FC11}" type="pres">
      <dgm:prSet presAssocID="{45D6D579-880C-4816-959B-08E5DCB64D10}" presName="FiveNodes_1_text" presStyleLbl="node1" presStyleIdx="4" presStyleCnt="5">
        <dgm:presLayoutVars>
          <dgm:bulletEnabled val="1"/>
        </dgm:presLayoutVars>
      </dgm:prSet>
      <dgm:spPr/>
    </dgm:pt>
    <dgm:pt modelId="{1B99595C-C462-4652-A427-0D77CD55845C}" type="pres">
      <dgm:prSet presAssocID="{45D6D579-880C-4816-959B-08E5DCB64D10}" presName="FiveNodes_2_text" presStyleLbl="node1" presStyleIdx="4" presStyleCnt="5">
        <dgm:presLayoutVars>
          <dgm:bulletEnabled val="1"/>
        </dgm:presLayoutVars>
      </dgm:prSet>
      <dgm:spPr/>
    </dgm:pt>
    <dgm:pt modelId="{FCE8963B-DF61-4630-84C0-1DB297D9F104}" type="pres">
      <dgm:prSet presAssocID="{45D6D579-880C-4816-959B-08E5DCB64D10}" presName="FiveNodes_3_text" presStyleLbl="node1" presStyleIdx="4" presStyleCnt="5">
        <dgm:presLayoutVars>
          <dgm:bulletEnabled val="1"/>
        </dgm:presLayoutVars>
      </dgm:prSet>
      <dgm:spPr/>
    </dgm:pt>
    <dgm:pt modelId="{6EF083C3-3B95-487B-BFB1-0F9FF2F5507F}" type="pres">
      <dgm:prSet presAssocID="{45D6D579-880C-4816-959B-08E5DCB64D10}" presName="FiveNodes_4_text" presStyleLbl="node1" presStyleIdx="4" presStyleCnt="5">
        <dgm:presLayoutVars>
          <dgm:bulletEnabled val="1"/>
        </dgm:presLayoutVars>
      </dgm:prSet>
      <dgm:spPr/>
    </dgm:pt>
    <dgm:pt modelId="{45F5543A-6DDA-4B8C-AB68-5FCFA1183C85}" type="pres">
      <dgm:prSet presAssocID="{45D6D579-880C-4816-959B-08E5DCB64D1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E723604-F861-49E0-AB7F-C62383111E76}" type="presOf" srcId="{4A845855-6BC0-48F8-BEB0-4275F79CD7CB}" destId="{0C4BE36B-8E7D-48B5-971C-F62ECD0172FE}" srcOrd="0" destOrd="0" presId="urn:microsoft.com/office/officeart/2005/8/layout/vProcess5"/>
    <dgm:cxn modelId="{9DE47908-AE18-4199-8035-FC3A7D5CCF57}" srcId="{45D6D579-880C-4816-959B-08E5DCB64D10}" destId="{425BD090-442C-47FB-A3A0-4DF879095525}" srcOrd="1" destOrd="0" parTransId="{7246A072-1FFC-4AD2-934E-6366858CDD88}" sibTransId="{B4F5752E-641A-47F5-883F-49D981C95F29}"/>
    <dgm:cxn modelId="{8AC5170C-F55C-493F-B69E-C46B42D4D2EC}" type="presOf" srcId="{4A845855-6BC0-48F8-BEB0-4275F79CD7CB}" destId="{6EF083C3-3B95-487B-BFB1-0F9FF2F5507F}" srcOrd="1" destOrd="0" presId="urn:microsoft.com/office/officeart/2005/8/layout/vProcess5"/>
    <dgm:cxn modelId="{03316211-3779-451E-A673-E316C068629F}" type="presOf" srcId="{4C441522-B0F5-4185-A248-75D5D1F3324C}" destId="{CB5BA700-CA83-4B8C-AA2A-BB51E03A697C}" srcOrd="0" destOrd="0" presId="urn:microsoft.com/office/officeart/2005/8/layout/vProcess5"/>
    <dgm:cxn modelId="{6447F965-622E-4575-9D1D-87D1C326CE00}" srcId="{45D6D579-880C-4816-959B-08E5DCB64D10}" destId="{0A74D814-9376-4891-BA3B-A7C596F8CA0C}" srcOrd="4" destOrd="0" parTransId="{59847237-AFEC-435B-BCF5-5A6C3E1007BB}" sibTransId="{637F5F63-58C6-4353-A35B-C4CA6D84E944}"/>
    <dgm:cxn modelId="{07D3E467-78C4-47C4-A082-EBFFA6821B2B}" type="presOf" srcId="{534C6238-B140-41B6-982D-B0860A21F58F}" destId="{FBE65265-9A36-45E9-923D-BA6CB6C5E788}" srcOrd="0" destOrd="0" presId="urn:microsoft.com/office/officeart/2005/8/layout/vProcess5"/>
    <dgm:cxn modelId="{40F5C24F-435A-42EC-A016-D0EC024DA861}" type="presOf" srcId="{D449A8B4-D32A-46C6-94C9-3C09052E2774}" destId="{945AF0D1-DE5B-439C-81CB-92DF1243D843}" srcOrd="0" destOrd="0" presId="urn:microsoft.com/office/officeart/2005/8/layout/vProcess5"/>
    <dgm:cxn modelId="{6ADB3058-AD16-4931-8250-91A7AABD2A81}" srcId="{45D6D579-880C-4816-959B-08E5DCB64D10}" destId="{D449A8B4-D32A-46C6-94C9-3C09052E2774}" srcOrd="0" destOrd="0" parTransId="{F9EFFB38-F878-4E27-816B-FB8D739C58E4}" sibTransId="{4C441522-B0F5-4185-A248-75D5D1F3324C}"/>
    <dgm:cxn modelId="{79F9BD7C-289F-4751-A625-D01779B38C9D}" type="presOf" srcId="{CCFE014F-12FF-4936-B5DC-FC12029B30FA}" destId="{A04F5A25-C2D4-4DCF-9026-E74E4C7138C7}" srcOrd="0" destOrd="0" presId="urn:microsoft.com/office/officeart/2005/8/layout/vProcess5"/>
    <dgm:cxn modelId="{536E6391-6E11-4C79-A108-08C0CF8E7820}" type="presOf" srcId="{0A74D814-9376-4891-BA3B-A7C596F8CA0C}" destId="{45F5543A-6DDA-4B8C-AB68-5FCFA1183C85}" srcOrd="1" destOrd="0" presId="urn:microsoft.com/office/officeart/2005/8/layout/vProcess5"/>
    <dgm:cxn modelId="{92805098-693E-4F7D-957E-E5140A19C647}" type="presOf" srcId="{B4F5752E-641A-47F5-883F-49D981C95F29}" destId="{E2616386-E198-4BE7-86CF-2416DB8D6BF0}" srcOrd="0" destOrd="0" presId="urn:microsoft.com/office/officeart/2005/8/layout/vProcess5"/>
    <dgm:cxn modelId="{40548FA0-0F54-4830-8747-8F7EC03C7DE9}" type="presOf" srcId="{8E89FD5A-C710-47B9-B6B4-B05676AC538E}" destId="{981FA34C-40E4-4E9C-A0AE-C5F29FC63476}" srcOrd="0" destOrd="0" presId="urn:microsoft.com/office/officeart/2005/8/layout/vProcess5"/>
    <dgm:cxn modelId="{1EF3C7B1-30F9-40A2-8F6F-B97D1F53392B}" srcId="{45D6D579-880C-4816-959B-08E5DCB64D10}" destId="{534C6238-B140-41B6-982D-B0860A21F58F}" srcOrd="2" destOrd="0" parTransId="{D0378D4B-68BF-4BE2-8DF7-7DF955B1FBD5}" sibTransId="{8E89FD5A-C710-47B9-B6B4-B05676AC538E}"/>
    <dgm:cxn modelId="{DB613AB4-E711-44E8-9C4B-F3D8FBA7C6E8}" type="presOf" srcId="{D449A8B4-D32A-46C6-94C9-3C09052E2774}" destId="{9483AA66-20F8-4F3A-B6F0-6631FA67FC11}" srcOrd="1" destOrd="0" presId="urn:microsoft.com/office/officeart/2005/8/layout/vProcess5"/>
    <dgm:cxn modelId="{33686EB8-1E6A-46A5-8478-98D72D958CC8}" type="presOf" srcId="{425BD090-442C-47FB-A3A0-4DF879095525}" destId="{E4547253-FEED-4A3B-85FB-4FC515193D0E}" srcOrd="0" destOrd="0" presId="urn:microsoft.com/office/officeart/2005/8/layout/vProcess5"/>
    <dgm:cxn modelId="{DD9ADEBE-EF8A-4BFD-8DA7-E0F6FA0627E0}" type="presOf" srcId="{0A74D814-9376-4891-BA3B-A7C596F8CA0C}" destId="{2C049D31-8739-4FFA-B091-D037575A3341}" srcOrd="0" destOrd="0" presId="urn:microsoft.com/office/officeart/2005/8/layout/vProcess5"/>
    <dgm:cxn modelId="{27D7D9C5-480D-4314-9B92-D04A53FC240F}" type="presOf" srcId="{534C6238-B140-41B6-982D-B0860A21F58F}" destId="{FCE8963B-DF61-4630-84C0-1DB297D9F104}" srcOrd="1" destOrd="0" presId="urn:microsoft.com/office/officeart/2005/8/layout/vProcess5"/>
    <dgm:cxn modelId="{393090D5-5E06-428F-8117-85F3C42BA009}" type="presOf" srcId="{425BD090-442C-47FB-A3A0-4DF879095525}" destId="{1B99595C-C462-4652-A427-0D77CD55845C}" srcOrd="1" destOrd="0" presId="urn:microsoft.com/office/officeart/2005/8/layout/vProcess5"/>
    <dgm:cxn modelId="{E010EFDF-7E9E-46EB-8B57-A9EEFA2FCB2C}" srcId="{45D6D579-880C-4816-959B-08E5DCB64D10}" destId="{4A845855-6BC0-48F8-BEB0-4275F79CD7CB}" srcOrd="3" destOrd="0" parTransId="{B28144D4-F791-47C9-9AEE-7D0CE49479D0}" sibTransId="{CCFE014F-12FF-4936-B5DC-FC12029B30FA}"/>
    <dgm:cxn modelId="{68B018F8-ECBA-48DF-A1EA-8D739E6483F1}" type="presOf" srcId="{45D6D579-880C-4816-959B-08E5DCB64D10}" destId="{538A4583-C377-4283-87D0-DC84ABA1FAB3}" srcOrd="0" destOrd="0" presId="urn:microsoft.com/office/officeart/2005/8/layout/vProcess5"/>
    <dgm:cxn modelId="{0242D5BB-D991-4DE8-AD8A-260A9A04B458}" type="presParOf" srcId="{538A4583-C377-4283-87D0-DC84ABA1FAB3}" destId="{4C6ACD9B-0B81-4E74-8C12-8BFE614F23B7}" srcOrd="0" destOrd="0" presId="urn:microsoft.com/office/officeart/2005/8/layout/vProcess5"/>
    <dgm:cxn modelId="{05E36AC8-ED45-4809-9B5D-A3547200F8D3}" type="presParOf" srcId="{538A4583-C377-4283-87D0-DC84ABA1FAB3}" destId="{945AF0D1-DE5B-439C-81CB-92DF1243D843}" srcOrd="1" destOrd="0" presId="urn:microsoft.com/office/officeart/2005/8/layout/vProcess5"/>
    <dgm:cxn modelId="{FE056719-5879-4502-BBCD-5D15A5977006}" type="presParOf" srcId="{538A4583-C377-4283-87D0-DC84ABA1FAB3}" destId="{E4547253-FEED-4A3B-85FB-4FC515193D0E}" srcOrd="2" destOrd="0" presId="urn:microsoft.com/office/officeart/2005/8/layout/vProcess5"/>
    <dgm:cxn modelId="{5FE36C17-92EE-4016-9BF1-C6372BA21659}" type="presParOf" srcId="{538A4583-C377-4283-87D0-DC84ABA1FAB3}" destId="{FBE65265-9A36-45E9-923D-BA6CB6C5E788}" srcOrd="3" destOrd="0" presId="urn:microsoft.com/office/officeart/2005/8/layout/vProcess5"/>
    <dgm:cxn modelId="{A12013A7-FD34-4001-ACA3-9E8024BF9D3E}" type="presParOf" srcId="{538A4583-C377-4283-87D0-DC84ABA1FAB3}" destId="{0C4BE36B-8E7D-48B5-971C-F62ECD0172FE}" srcOrd="4" destOrd="0" presId="urn:microsoft.com/office/officeart/2005/8/layout/vProcess5"/>
    <dgm:cxn modelId="{E7202803-0711-4786-BC06-031C7FCB8506}" type="presParOf" srcId="{538A4583-C377-4283-87D0-DC84ABA1FAB3}" destId="{2C049D31-8739-4FFA-B091-D037575A3341}" srcOrd="5" destOrd="0" presId="urn:microsoft.com/office/officeart/2005/8/layout/vProcess5"/>
    <dgm:cxn modelId="{4C74B91D-C0E5-4AAC-B19E-65D05C7DD1BE}" type="presParOf" srcId="{538A4583-C377-4283-87D0-DC84ABA1FAB3}" destId="{CB5BA700-CA83-4B8C-AA2A-BB51E03A697C}" srcOrd="6" destOrd="0" presId="urn:microsoft.com/office/officeart/2005/8/layout/vProcess5"/>
    <dgm:cxn modelId="{B8E6E2C6-CD89-484E-920B-35A60E97E6DE}" type="presParOf" srcId="{538A4583-C377-4283-87D0-DC84ABA1FAB3}" destId="{E2616386-E198-4BE7-86CF-2416DB8D6BF0}" srcOrd="7" destOrd="0" presId="urn:microsoft.com/office/officeart/2005/8/layout/vProcess5"/>
    <dgm:cxn modelId="{C286B916-4F80-4D93-A6F6-A3837782FE8B}" type="presParOf" srcId="{538A4583-C377-4283-87D0-DC84ABA1FAB3}" destId="{981FA34C-40E4-4E9C-A0AE-C5F29FC63476}" srcOrd="8" destOrd="0" presId="urn:microsoft.com/office/officeart/2005/8/layout/vProcess5"/>
    <dgm:cxn modelId="{569629B4-D599-4B50-AA81-32F661160501}" type="presParOf" srcId="{538A4583-C377-4283-87D0-DC84ABA1FAB3}" destId="{A04F5A25-C2D4-4DCF-9026-E74E4C7138C7}" srcOrd="9" destOrd="0" presId="urn:microsoft.com/office/officeart/2005/8/layout/vProcess5"/>
    <dgm:cxn modelId="{C82F6F1C-BC19-40FB-8977-668B744EE5CE}" type="presParOf" srcId="{538A4583-C377-4283-87D0-DC84ABA1FAB3}" destId="{9483AA66-20F8-4F3A-B6F0-6631FA67FC11}" srcOrd="10" destOrd="0" presId="urn:microsoft.com/office/officeart/2005/8/layout/vProcess5"/>
    <dgm:cxn modelId="{1B5288D8-4FD4-453A-AD8F-DF6012F7CD79}" type="presParOf" srcId="{538A4583-C377-4283-87D0-DC84ABA1FAB3}" destId="{1B99595C-C462-4652-A427-0D77CD55845C}" srcOrd="11" destOrd="0" presId="urn:microsoft.com/office/officeart/2005/8/layout/vProcess5"/>
    <dgm:cxn modelId="{8B6565F6-3A66-4E2B-AB9A-CC6A4540E92D}" type="presParOf" srcId="{538A4583-C377-4283-87D0-DC84ABA1FAB3}" destId="{FCE8963B-DF61-4630-84C0-1DB297D9F104}" srcOrd="12" destOrd="0" presId="urn:microsoft.com/office/officeart/2005/8/layout/vProcess5"/>
    <dgm:cxn modelId="{F2002E54-3923-4C7F-815F-7C55703AC1D0}" type="presParOf" srcId="{538A4583-C377-4283-87D0-DC84ABA1FAB3}" destId="{6EF083C3-3B95-487B-BFB1-0F9FF2F5507F}" srcOrd="13" destOrd="0" presId="urn:microsoft.com/office/officeart/2005/8/layout/vProcess5"/>
    <dgm:cxn modelId="{69E140F3-3082-40A6-8F91-F38F2AE3DB1F}" type="presParOf" srcId="{538A4583-C377-4283-87D0-DC84ABA1FAB3}" destId="{45F5543A-6DDA-4B8C-AB68-5FCFA1183C8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B4033-33F5-4176-AE49-62FDABA2D6E6}">
      <dsp:nvSpPr>
        <dsp:cNvPr id="0" name=""/>
        <dsp:cNvSpPr/>
      </dsp:nvSpPr>
      <dsp:spPr>
        <a:xfrm>
          <a:off x="0" y="4273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CFE726-3144-4A97-9197-5BDD2C390112}">
      <dsp:nvSpPr>
        <dsp:cNvPr id="0" name=""/>
        <dsp:cNvSpPr/>
      </dsp:nvSpPr>
      <dsp:spPr>
        <a:xfrm>
          <a:off x="275374" y="209097"/>
          <a:ext cx="500681" cy="5006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13445-3CDD-40C3-915A-E1DC66C2D7C9}">
      <dsp:nvSpPr>
        <dsp:cNvPr id="0" name=""/>
        <dsp:cNvSpPr/>
      </dsp:nvSpPr>
      <dsp:spPr>
        <a:xfrm>
          <a:off x="1051430" y="4273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Intro</a:t>
          </a:r>
          <a:endParaRPr lang="en-US" sz="1900" kern="1200"/>
        </a:p>
      </dsp:txBody>
      <dsp:txXfrm>
        <a:off x="1051430" y="4273"/>
        <a:ext cx="5044569" cy="910329"/>
      </dsp:txXfrm>
    </dsp:sp>
    <dsp:sp modelId="{38297107-B689-4B3F-B22E-9B94036DD6BE}">
      <dsp:nvSpPr>
        <dsp:cNvPr id="0" name=""/>
        <dsp:cNvSpPr/>
      </dsp:nvSpPr>
      <dsp:spPr>
        <a:xfrm>
          <a:off x="0" y="1142185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A91BAD-4278-4C05-950A-801382039288}">
      <dsp:nvSpPr>
        <dsp:cNvPr id="0" name=""/>
        <dsp:cNvSpPr/>
      </dsp:nvSpPr>
      <dsp:spPr>
        <a:xfrm>
          <a:off x="275374" y="1347009"/>
          <a:ext cx="500681" cy="5006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B622D-0279-4096-B2A5-7693576B1CF7}">
      <dsp:nvSpPr>
        <dsp:cNvPr id="0" name=""/>
        <dsp:cNvSpPr/>
      </dsp:nvSpPr>
      <dsp:spPr>
        <a:xfrm>
          <a:off x="1051430" y="1142185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Webseite</a:t>
          </a:r>
          <a:endParaRPr lang="en-US" sz="1900" kern="1200"/>
        </a:p>
      </dsp:txBody>
      <dsp:txXfrm>
        <a:off x="1051430" y="1142185"/>
        <a:ext cx="5044569" cy="910329"/>
      </dsp:txXfrm>
    </dsp:sp>
    <dsp:sp modelId="{BD9A2CDC-AA07-43FE-A6D6-94FFA5DF5FBF}">
      <dsp:nvSpPr>
        <dsp:cNvPr id="0" name=""/>
        <dsp:cNvSpPr/>
      </dsp:nvSpPr>
      <dsp:spPr>
        <a:xfrm>
          <a:off x="0" y="2280097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20754-CFD0-4B4A-B316-0DF3BA65015E}">
      <dsp:nvSpPr>
        <dsp:cNvPr id="0" name=""/>
        <dsp:cNvSpPr/>
      </dsp:nvSpPr>
      <dsp:spPr>
        <a:xfrm>
          <a:off x="275374" y="2484921"/>
          <a:ext cx="500681" cy="5006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F943E-6DBD-49F6-AF63-F670D376ED66}">
      <dsp:nvSpPr>
        <dsp:cNvPr id="0" name=""/>
        <dsp:cNvSpPr/>
      </dsp:nvSpPr>
      <dsp:spPr>
        <a:xfrm>
          <a:off x="1051430" y="2280097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Servers</a:t>
          </a:r>
          <a:endParaRPr lang="en-US" sz="1900" kern="1200"/>
        </a:p>
      </dsp:txBody>
      <dsp:txXfrm>
        <a:off x="1051430" y="2280097"/>
        <a:ext cx="5044569" cy="910329"/>
      </dsp:txXfrm>
    </dsp:sp>
    <dsp:sp modelId="{D84C77DE-998C-4B22-A72F-82EABEE0B68F}">
      <dsp:nvSpPr>
        <dsp:cNvPr id="0" name=""/>
        <dsp:cNvSpPr/>
      </dsp:nvSpPr>
      <dsp:spPr>
        <a:xfrm>
          <a:off x="0" y="3418009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A921E-4C9B-41B9-9961-F3287BADA1BF}">
      <dsp:nvSpPr>
        <dsp:cNvPr id="0" name=""/>
        <dsp:cNvSpPr/>
      </dsp:nvSpPr>
      <dsp:spPr>
        <a:xfrm>
          <a:off x="275374" y="3622833"/>
          <a:ext cx="500681" cy="500681"/>
        </a:xfrm>
        <a:prstGeom prst="rect">
          <a:avLst/>
        </a:prstGeom>
        <a:blipFill rotWithShape="1">
          <a:blip xmlns:r="http://schemas.openxmlformats.org/officeDocument/2006/relationships" r:embed="rId7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EE1B7-48A0-4131-AED3-B47CE7CD0331}">
      <dsp:nvSpPr>
        <dsp:cNvPr id="0" name=""/>
        <dsp:cNvSpPr/>
      </dsp:nvSpPr>
      <dsp:spPr>
        <a:xfrm>
          <a:off x="1051430" y="3418009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Controller</a:t>
          </a:r>
        </a:p>
      </dsp:txBody>
      <dsp:txXfrm>
        <a:off x="1051430" y="3418009"/>
        <a:ext cx="5044569" cy="910329"/>
      </dsp:txXfrm>
    </dsp:sp>
    <dsp:sp modelId="{1053DCB2-F001-438F-94FF-CFDB132A7E76}">
      <dsp:nvSpPr>
        <dsp:cNvPr id="0" name=""/>
        <dsp:cNvSpPr/>
      </dsp:nvSpPr>
      <dsp:spPr>
        <a:xfrm>
          <a:off x="0" y="4555921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BA4B9-CE6D-4511-B108-C90BD82F7CA5}">
      <dsp:nvSpPr>
        <dsp:cNvPr id="0" name=""/>
        <dsp:cNvSpPr/>
      </dsp:nvSpPr>
      <dsp:spPr>
        <a:xfrm>
          <a:off x="275374" y="4760745"/>
          <a:ext cx="500681" cy="500681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E96BD-BEC9-4059-8304-B0EE02C0DCE5}">
      <dsp:nvSpPr>
        <dsp:cNvPr id="0" name=""/>
        <dsp:cNvSpPr/>
      </dsp:nvSpPr>
      <dsp:spPr>
        <a:xfrm>
          <a:off x="1051430" y="4555921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Zusammenfassung</a:t>
          </a:r>
          <a:endParaRPr lang="en-US" sz="1900" kern="1200"/>
        </a:p>
      </dsp:txBody>
      <dsp:txXfrm>
        <a:off x="1051430" y="4555921"/>
        <a:ext cx="5044569" cy="9103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C27887-8A4B-495E-A41A-26359B03CAE5}">
      <dsp:nvSpPr>
        <dsp:cNvPr id="0" name=""/>
        <dsp:cNvSpPr/>
      </dsp:nvSpPr>
      <dsp:spPr>
        <a:xfrm>
          <a:off x="5294361" y="1324692"/>
          <a:ext cx="2548447" cy="606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3253"/>
              </a:lnTo>
              <a:lnTo>
                <a:pt x="2548447" y="413253"/>
              </a:lnTo>
              <a:lnTo>
                <a:pt x="2548447" y="6064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8EECF-5B34-4C6C-9328-BF6AB294CEF0}">
      <dsp:nvSpPr>
        <dsp:cNvPr id="0" name=""/>
        <dsp:cNvSpPr/>
      </dsp:nvSpPr>
      <dsp:spPr>
        <a:xfrm>
          <a:off x="5248641" y="1324692"/>
          <a:ext cx="91440" cy="6064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064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D12C89-8A87-47D5-BAE9-47192A17590C}">
      <dsp:nvSpPr>
        <dsp:cNvPr id="0" name=""/>
        <dsp:cNvSpPr/>
      </dsp:nvSpPr>
      <dsp:spPr>
        <a:xfrm>
          <a:off x="2745914" y="1324692"/>
          <a:ext cx="2548447" cy="606414"/>
        </a:xfrm>
        <a:custGeom>
          <a:avLst/>
          <a:gdLst/>
          <a:ahLst/>
          <a:cxnLst/>
          <a:rect l="0" t="0" r="0" b="0"/>
          <a:pathLst>
            <a:path>
              <a:moveTo>
                <a:pt x="2548447" y="0"/>
              </a:moveTo>
              <a:lnTo>
                <a:pt x="2548447" y="413253"/>
              </a:lnTo>
              <a:lnTo>
                <a:pt x="0" y="413253"/>
              </a:lnTo>
              <a:lnTo>
                <a:pt x="0" y="6064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F7B302-726A-4B2B-BCD9-772A3F11DCFC}">
      <dsp:nvSpPr>
        <dsp:cNvPr id="0" name=""/>
        <dsp:cNvSpPr/>
      </dsp:nvSpPr>
      <dsp:spPr>
        <a:xfrm>
          <a:off x="4251814" y="657"/>
          <a:ext cx="2085093" cy="13240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37966-A1BF-4E77-A2C7-1A7EB6121959}">
      <dsp:nvSpPr>
        <dsp:cNvPr id="0" name=""/>
        <dsp:cNvSpPr/>
      </dsp:nvSpPr>
      <dsp:spPr>
        <a:xfrm>
          <a:off x="4483491" y="220751"/>
          <a:ext cx="2085093" cy="13240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u="sng" kern="1200" dirty="0" err="1"/>
            <a:t>Ziele</a:t>
          </a:r>
          <a:endParaRPr lang="en-US" sz="1900" kern="1200" dirty="0"/>
        </a:p>
      </dsp:txBody>
      <dsp:txXfrm>
        <a:off x="4522271" y="259531"/>
        <a:ext cx="2007533" cy="1246474"/>
      </dsp:txXfrm>
    </dsp:sp>
    <dsp:sp modelId="{A606D9A7-0430-4721-A07C-D4A2B04711FC}">
      <dsp:nvSpPr>
        <dsp:cNvPr id="0" name=""/>
        <dsp:cNvSpPr/>
      </dsp:nvSpPr>
      <dsp:spPr>
        <a:xfrm>
          <a:off x="1703367" y="1931106"/>
          <a:ext cx="2085093" cy="13240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D2EDF-FC84-40D4-B2CA-ABAD7A53F69D}">
      <dsp:nvSpPr>
        <dsp:cNvPr id="0" name=""/>
        <dsp:cNvSpPr/>
      </dsp:nvSpPr>
      <dsp:spPr>
        <a:xfrm>
          <a:off x="1935044" y="2151199"/>
          <a:ext cx="2085093" cy="13240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Benutzerfreundlich</a:t>
          </a:r>
          <a:r>
            <a:rPr lang="en-GB" sz="1900" kern="1200" dirty="0"/>
            <a:t> </a:t>
          </a:r>
          <a:endParaRPr lang="en-US" sz="1900" kern="1200" dirty="0"/>
        </a:p>
      </dsp:txBody>
      <dsp:txXfrm>
        <a:off x="1973824" y="2189979"/>
        <a:ext cx="2007533" cy="1246474"/>
      </dsp:txXfrm>
    </dsp:sp>
    <dsp:sp modelId="{6D7F92B4-22A7-4B9E-8628-845ACAA2A50F}">
      <dsp:nvSpPr>
        <dsp:cNvPr id="0" name=""/>
        <dsp:cNvSpPr/>
      </dsp:nvSpPr>
      <dsp:spPr>
        <a:xfrm>
          <a:off x="4251814" y="1931106"/>
          <a:ext cx="2085093" cy="13240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0BB76-4079-470D-B129-B9DB90E4D9FF}">
      <dsp:nvSpPr>
        <dsp:cNvPr id="0" name=""/>
        <dsp:cNvSpPr/>
      </dsp:nvSpPr>
      <dsp:spPr>
        <a:xfrm>
          <a:off x="4483491" y="2151199"/>
          <a:ext cx="2085093" cy="13240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Schön aussehen</a:t>
          </a:r>
          <a:endParaRPr lang="en-US" sz="1900" kern="1200"/>
        </a:p>
      </dsp:txBody>
      <dsp:txXfrm>
        <a:off x="4522271" y="2189979"/>
        <a:ext cx="2007533" cy="1246474"/>
      </dsp:txXfrm>
    </dsp:sp>
    <dsp:sp modelId="{1BEE5EDD-4A61-445B-BE4E-9673DFDE6F6F}">
      <dsp:nvSpPr>
        <dsp:cNvPr id="0" name=""/>
        <dsp:cNvSpPr/>
      </dsp:nvSpPr>
      <dsp:spPr>
        <a:xfrm>
          <a:off x="6800262" y="1931106"/>
          <a:ext cx="2085093" cy="13240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6FB3F-413D-4B89-A47A-1FCBE1D69290}">
      <dsp:nvSpPr>
        <dsp:cNvPr id="0" name=""/>
        <dsp:cNvSpPr/>
      </dsp:nvSpPr>
      <dsp:spPr>
        <a:xfrm>
          <a:off x="7031939" y="2151199"/>
          <a:ext cx="2085093" cy="13240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Eine Website, die ohne Fehler funktioniert</a:t>
          </a:r>
          <a:endParaRPr lang="en-US" sz="1900" kern="1200"/>
        </a:p>
      </dsp:txBody>
      <dsp:txXfrm>
        <a:off x="7070719" y="2189979"/>
        <a:ext cx="2007533" cy="1246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39574-B512-4327-889D-B5B318D921DC}">
      <dsp:nvSpPr>
        <dsp:cNvPr id="0" name=""/>
        <dsp:cNvSpPr/>
      </dsp:nvSpPr>
      <dsp:spPr>
        <a:xfrm>
          <a:off x="0" y="0"/>
          <a:ext cx="94868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BBCF2-C698-49DC-82BF-B00359FC0EC2}">
      <dsp:nvSpPr>
        <dsp:cNvPr id="0" name=""/>
        <dsp:cNvSpPr/>
      </dsp:nvSpPr>
      <dsp:spPr>
        <a:xfrm>
          <a:off x="0" y="0"/>
          <a:ext cx="1897380" cy="3447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i="0" u="sng" kern="1200" dirty="0" err="1"/>
            <a:t>Funktionen</a:t>
          </a:r>
          <a:r>
            <a:rPr lang="en-GB" sz="2500" b="1" i="0" u="sng" kern="1200" dirty="0"/>
            <a:t> </a:t>
          </a:r>
          <a:r>
            <a:rPr lang="en-GB" sz="2500" b="1" i="0" u="sng" kern="1200" dirty="0" err="1"/>
            <a:t>meiner</a:t>
          </a:r>
          <a:r>
            <a:rPr lang="en-GB" sz="2500" b="1" i="0" u="sng" kern="1200" dirty="0"/>
            <a:t> </a:t>
          </a:r>
          <a:r>
            <a:rPr lang="en-GB" sz="2500" b="1" i="0" u="sng" kern="1200" dirty="0" err="1"/>
            <a:t>Webseite</a:t>
          </a:r>
          <a:endParaRPr lang="en-US" sz="2500" kern="1200" dirty="0"/>
        </a:p>
      </dsp:txBody>
      <dsp:txXfrm>
        <a:off x="0" y="0"/>
        <a:ext cx="1897380" cy="3447098"/>
      </dsp:txXfrm>
    </dsp:sp>
    <dsp:sp modelId="{971688FA-2893-4A1B-90C8-5CFFDAF93EDA}">
      <dsp:nvSpPr>
        <dsp:cNvPr id="0" name=""/>
        <dsp:cNvSpPr/>
      </dsp:nvSpPr>
      <dsp:spPr>
        <a:xfrm>
          <a:off x="2039683" y="32484"/>
          <a:ext cx="7447216" cy="6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Reserviergungssystem</a:t>
          </a:r>
          <a:endParaRPr lang="en-US" sz="2200" kern="1200"/>
        </a:p>
      </dsp:txBody>
      <dsp:txXfrm>
        <a:off x="2039683" y="32484"/>
        <a:ext cx="7447216" cy="649697"/>
      </dsp:txXfrm>
    </dsp:sp>
    <dsp:sp modelId="{808D3874-D45D-49A8-8BA6-3B11844BB109}">
      <dsp:nvSpPr>
        <dsp:cNvPr id="0" name=""/>
        <dsp:cNvSpPr/>
      </dsp:nvSpPr>
      <dsp:spPr>
        <a:xfrm>
          <a:off x="1897380" y="682182"/>
          <a:ext cx="75895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D08BE-FEFD-4E42-9F96-A6E86C9AF69E}">
      <dsp:nvSpPr>
        <dsp:cNvPr id="0" name=""/>
        <dsp:cNvSpPr/>
      </dsp:nvSpPr>
      <dsp:spPr>
        <a:xfrm>
          <a:off x="2039683" y="714666"/>
          <a:ext cx="7447216" cy="6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Admin Menu für </a:t>
          </a:r>
          <a:r>
            <a:rPr lang="en-GB" sz="2200" kern="1200" dirty="0" err="1"/>
            <a:t>Adminen</a:t>
          </a:r>
          <a:endParaRPr lang="en-US" sz="2200" kern="1200" dirty="0"/>
        </a:p>
      </dsp:txBody>
      <dsp:txXfrm>
        <a:off x="2039683" y="714666"/>
        <a:ext cx="7447216" cy="649697"/>
      </dsp:txXfrm>
    </dsp:sp>
    <dsp:sp modelId="{732D0618-B7D6-48A3-B949-445DCA535906}">
      <dsp:nvSpPr>
        <dsp:cNvPr id="0" name=""/>
        <dsp:cNvSpPr/>
      </dsp:nvSpPr>
      <dsp:spPr>
        <a:xfrm>
          <a:off x="1897380" y="1364364"/>
          <a:ext cx="75895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6B1DC4-0176-4601-93B2-67C1F6C75BBC}">
      <dsp:nvSpPr>
        <dsp:cNvPr id="0" name=""/>
        <dsp:cNvSpPr/>
      </dsp:nvSpPr>
      <dsp:spPr>
        <a:xfrm>
          <a:off x="2039683" y="1396848"/>
          <a:ext cx="7447216" cy="6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Benutzer können Einstellungen des Kontos ändern</a:t>
          </a:r>
          <a:endParaRPr lang="en-US" sz="2200" kern="1200"/>
        </a:p>
      </dsp:txBody>
      <dsp:txXfrm>
        <a:off x="2039683" y="1396848"/>
        <a:ext cx="7447216" cy="649697"/>
      </dsp:txXfrm>
    </dsp:sp>
    <dsp:sp modelId="{0AA67DD3-7251-48D0-8CF3-B4C71589F3AD}">
      <dsp:nvSpPr>
        <dsp:cNvPr id="0" name=""/>
        <dsp:cNvSpPr/>
      </dsp:nvSpPr>
      <dsp:spPr>
        <a:xfrm>
          <a:off x="1897380" y="2046546"/>
          <a:ext cx="75895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3997E-C878-467A-81C1-924FB3D880C3}">
      <dsp:nvSpPr>
        <dsp:cNvPr id="0" name=""/>
        <dsp:cNvSpPr/>
      </dsp:nvSpPr>
      <dsp:spPr>
        <a:xfrm>
          <a:off x="2039683" y="2079030"/>
          <a:ext cx="7447216" cy="6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Reservierungen löschen und editieren</a:t>
          </a:r>
          <a:endParaRPr lang="en-US" sz="2200" kern="1200"/>
        </a:p>
      </dsp:txBody>
      <dsp:txXfrm>
        <a:off x="2039683" y="2079030"/>
        <a:ext cx="7447216" cy="649697"/>
      </dsp:txXfrm>
    </dsp:sp>
    <dsp:sp modelId="{D743B06D-10AB-4DD7-89C1-98A2291CAA33}">
      <dsp:nvSpPr>
        <dsp:cNvPr id="0" name=""/>
        <dsp:cNvSpPr/>
      </dsp:nvSpPr>
      <dsp:spPr>
        <a:xfrm>
          <a:off x="1897380" y="2728728"/>
          <a:ext cx="75895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4750A-C1D1-4308-B97A-1E2C1E493FB2}">
      <dsp:nvSpPr>
        <dsp:cNvPr id="0" name=""/>
        <dsp:cNvSpPr/>
      </dsp:nvSpPr>
      <dsp:spPr>
        <a:xfrm>
          <a:off x="2039683" y="2761213"/>
          <a:ext cx="7447216" cy="649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Website </a:t>
          </a:r>
          <a:r>
            <a:rPr lang="en-GB" sz="2200" kern="1200" dirty="0" err="1"/>
            <a:t>sendet</a:t>
          </a:r>
          <a:r>
            <a:rPr lang="en-GB" sz="2200" kern="1200" dirty="0"/>
            <a:t> </a:t>
          </a:r>
          <a:r>
            <a:rPr lang="en-GB" sz="2200" kern="1200" dirty="0" err="1"/>
            <a:t>ein</a:t>
          </a:r>
          <a:r>
            <a:rPr lang="en-GB" sz="2200" kern="1200" dirty="0"/>
            <a:t> </a:t>
          </a:r>
          <a:r>
            <a:rPr lang="en-GB" sz="2200" kern="1200" dirty="0" err="1"/>
            <a:t>Json</a:t>
          </a:r>
          <a:r>
            <a:rPr lang="en-GB" sz="2200" kern="1200" dirty="0"/>
            <a:t> für </a:t>
          </a:r>
          <a:r>
            <a:rPr lang="en-GB" sz="2200" kern="1200" dirty="0" err="1"/>
            <a:t>dass</a:t>
          </a:r>
          <a:r>
            <a:rPr lang="en-GB" sz="2200" kern="1200" dirty="0"/>
            <a:t> den raspberry es </a:t>
          </a:r>
          <a:r>
            <a:rPr lang="en-GB" sz="2200" kern="1200" dirty="0" err="1"/>
            <a:t>lesen</a:t>
          </a:r>
          <a:r>
            <a:rPr lang="en-GB" sz="2200" kern="1200" dirty="0"/>
            <a:t> </a:t>
          </a:r>
          <a:r>
            <a:rPr lang="en-GB" sz="2200" kern="1200" dirty="0" err="1"/>
            <a:t>kann</a:t>
          </a:r>
          <a:r>
            <a:rPr lang="en-GB" sz="2200" kern="1200" dirty="0"/>
            <a:t>.</a:t>
          </a:r>
          <a:endParaRPr lang="en-US" sz="2200" kern="1200" dirty="0"/>
        </a:p>
      </dsp:txBody>
      <dsp:txXfrm>
        <a:off x="2039683" y="2761213"/>
        <a:ext cx="7447216" cy="649697"/>
      </dsp:txXfrm>
    </dsp:sp>
    <dsp:sp modelId="{C09B063C-F39E-4AC5-B344-3B74D93D5586}">
      <dsp:nvSpPr>
        <dsp:cNvPr id="0" name=""/>
        <dsp:cNvSpPr/>
      </dsp:nvSpPr>
      <dsp:spPr>
        <a:xfrm>
          <a:off x="1897380" y="3410910"/>
          <a:ext cx="75895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AF0D1-DE5B-439C-81CB-92DF1243D843}">
      <dsp:nvSpPr>
        <dsp:cNvPr id="0" name=""/>
        <dsp:cNvSpPr/>
      </dsp:nvSpPr>
      <dsp:spPr>
        <a:xfrm>
          <a:off x="0" y="0"/>
          <a:ext cx="4693920" cy="98755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Reservierung machen -&gt; Webserver</a:t>
          </a:r>
          <a:endParaRPr lang="en-US" sz="2300" kern="1200"/>
        </a:p>
      </dsp:txBody>
      <dsp:txXfrm>
        <a:off x="28924" y="28924"/>
        <a:ext cx="3512731" cy="929704"/>
      </dsp:txXfrm>
    </dsp:sp>
    <dsp:sp modelId="{E4547253-FEED-4A3B-85FB-4FC515193D0E}">
      <dsp:nvSpPr>
        <dsp:cNvPr id="0" name=""/>
        <dsp:cNvSpPr/>
      </dsp:nvSpPr>
      <dsp:spPr>
        <a:xfrm>
          <a:off x="350520" y="1124712"/>
          <a:ext cx="4693920" cy="987552"/>
        </a:xfrm>
        <a:prstGeom prst="roundRect">
          <a:avLst>
            <a:gd name="adj" fmla="val 10000"/>
          </a:avLst>
        </a:prstGeom>
        <a:solidFill>
          <a:schemeClr val="accent2">
            <a:hueOff val="2300028"/>
            <a:satOff val="2228"/>
            <a:lumOff val="-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RFID-Batch lesen</a:t>
          </a:r>
          <a:endParaRPr lang="en-US" sz="2300" kern="1200"/>
        </a:p>
      </dsp:txBody>
      <dsp:txXfrm>
        <a:off x="379444" y="1153636"/>
        <a:ext cx="3643643" cy="929704"/>
      </dsp:txXfrm>
    </dsp:sp>
    <dsp:sp modelId="{FBE65265-9A36-45E9-923D-BA6CB6C5E788}">
      <dsp:nvSpPr>
        <dsp:cNvPr id="0" name=""/>
        <dsp:cNvSpPr/>
      </dsp:nvSpPr>
      <dsp:spPr>
        <a:xfrm>
          <a:off x="701039" y="2249424"/>
          <a:ext cx="4693920" cy="987552"/>
        </a:xfrm>
        <a:prstGeom prst="roundRect">
          <a:avLst>
            <a:gd name="adj" fmla="val 10000"/>
          </a:avLst>
        </a:prstGeom>
        <a:solidFill>
          <a:schemeClr val="accent2">
            <a:hueOff val="4600057"/>
            <a:satOff val="4455"/>
            <a:lumOff val="-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Raspberry auf dem Modell -&gt; Anfrage an den Webserver.</a:t>
          </a:r>
          <a:endParaRPr lang="en-US" sz="2300" kern="1200"/>
        </a:p>
      </dsp:txBody>
      <dsp:txXfrm>
        <a:off x="729963" y="2278348"/>
        <a:ext cx="3643643" cy="929704"/>
      </dsp:txXfrm>
    </dsp:sp>
    <dsp:sp modelId="{0C4BE36B-8E7D-48B5-971C-F62ECD0172FE}">
      <dsp:nvSpPr>
        <dsp:cNvPr id="0" name=""/>
        <dsp:cNvSpPr/>
      </dsp:nvSpPr>
      <dsp:spPr>
        <a:xfrm>
          <a:off x="1051559" y="3374136"/>
          <a:ext cx="4693920" cy="987552"/>
        </a:xfrm>
        <a:prstGeom prst="roundRect">
          <a:avLst>
            <a:gd name="adj" fmla="val 10000"/>
          </a:avLst>
        </a:prstGeom>
        <a:solidFill>
          <a:schemeClr val="accent2">
            <a:hueOff val="6900085"/>
            <a:satOff val="6683"/>
            <a:lumOff val="-3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/>
            <a:t>Raspberry bekommt eine antwort = true oder false</a:t>
          </a:r>
          <a:endParaRPr lang="en-US" sz="2300" kern="1200"/>
        </a:p>
      </dsp:txBody>
      <dsp:txXfrm>
        <a:off x="1080483" y="3403060"/>
        <a:ext cx="3643643" cy="929704"/>
      </dsp:txXfrm>
    </dsp:sp>
    <dsp:sp modelId="{2C049D31-8739-4FFA-B091-D037575A3341}">
      <dsp:nvSpPr>
        <dsp:cNvPr id="0" name=""/>
        <dsp:cNvSpPr/>
      </dsp:nvSpPr>
      <dsp:spPr>
        <a:xfrm>
          <a:off x="1402079" y="4498848"/>
          <a:ext cx="4693920" cy="987552"/>
        </a:xfrm>
        <a:prstGeom prst="roundRect">
          <a:avLst>
            <a:gd name="adj" fmla="val 10000"/>
          </a:avLst>
        </a:prstGeom>
        <a:solidFill>
          <a:schemeClr val="accent2">
            <a:hueOff val="9200113"/>
            <a:satOff val="8910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Wenn true ist dann öffnet sich die Tür.</a:t>
          </a:r>
          <a:endParaRPr lang="en-US" sz="2300" kern="1200"/>
        </a:p>
      </dsp:txBody>
      <dsp:txXfrm>
        <a:off x="1431003" y="4527772"/>
        <a:ext cx="3643643" cy="929704"/>
      </dsp:txXfrm>
    </dsp:sp>
    <dsp:sp modelId="{CB5BA700-CA83-4B8C-AA2A-BB51E03A697C}">
      <dsp:nvSpPr>
        <dsp:cNvPr id="0" name=""/>
        <dsp:cNvSpPr/>
      </dsp:nvSpPr>
      <dsp:spPr>
        <a:xfrm>
          <a:off x="4052011" y="721461"/>
          <a:ext cx="641908" cy="641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196440" y="721461"/>
        <a:ext cx="353050" cy="483036"/>
      </dsp:txXfrm>
    </dsp:sp>
    <dsp:sp modelId="{E2616386-E198-4BE7-86CF-2416DB8D6BF0}">
      <dsp:nvSpPr>
        <dsp:cNvPr id="0" name=""/>
        <dsp:cNvSpPr/>
      </dsp:nvSpPr>
      <dsp:spPr>
        <a:xfrm>
          <a:off x="4402531" y="1846173"/>
          <a:ext cx="641908" cy="641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048363"/>
            <a:satOff val="2255"/>
            <a:lumOff val="-36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048363"/>
              <a:satOff val="2255"/>
              <a:lumOff val="-3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546960" y="1846173"/>
        <a:ext cx="353050" cy="483036"/>
      </dsp:txXfrm>
    </dsp:sp>
    <dsp:sp modelId="{981FA34C-40E4-4E9C-A0AE-C5F29FC63476}">
      <dsp:nvSpPr>
        <dsp:cNvPr id="0" name=""/>
        <dsp:cNvSpPr/>
      </dsp:nvSpPr>
      <dsp:spPr>
        <a:xfrm>
          <a:off x="4753051" y="2954426"/>
          <a:ext cx="641908" cy="641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096726"/>
            <a:satOff val="4510"/>
            <a:lumOff val="-72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096726"/>
              <a:satOff val="4510"/>
              <a:lumOff val="-7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4897480" y="2954426"/>
        <a:ext cx="353050" cy="483036"/>
      </dsp:txXfrm>
    </dsp:sp>
    <dsp:sp modelId="{A04F5A25-C2D4-4DCF-9026-E74E4C7138C7}">
      <dsp:nvSpPr>
        <dsp:cNvPr id="0" name=""/>
        <dsp:cNvSpPr/>
      </dsp:nvSpPr>
      <dsp:spPr>
        <a:xfrm>
          <a:off x="5103571" y="4090111"/>
          <a:ext cx="641908" cy="641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145089"/>
            <a:satOff val="6765"/>
            <a:lumOff val="-10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145089"/>
              <a:satOff val="6765"/>
              <a:lumOff val="-10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5248000" y="4090111"/>
        <a:ext cx="353050" cy="483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6/7/2023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9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9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1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9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6/7/2023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6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6/7/2023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4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6/7/2023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5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4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6/7/2023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3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62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8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6/7/2023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18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diagramColors" Target="../diagrams/colors3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22.png"/><Relationship Id="rId12" Type="http://schemas.openxmlformats.org/officeDocument/2006/relationships/diagramQuickStyle" Target="../diagrams/quickStyle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diagramLayout" Target="../diagrams/layout3.xml"/><Relationship Id="rId5" Type="http://schemas.openxmlformats.org/officeDocument/2006/relationships/diagramColors" Target="../diagrams/colors2.xml"/><Relationship Id="rId10" Type="http://schemas.openxmlformats.org/officeDocument/2006/relationships/diagramData" Target="../diagrams/data3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4.png"/><Relationship Id="rId14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3B31EE-EAC2-4E31-6163-5F739FFBB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896132"/>
            <a:ext cx="6781800" cy="761118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PIF DT IF 2022-2023</a:t>
            </a:r>
          </a:p>
          <a:p>
            <a:r>
              <a:rPr lang="de-DE" dirty="0"/>
              <a:t>Moreira Hugo</a:t>
            </a:r>
            <a:endParaRPr lang="en-GB" dirty="0"/>
          </a:p>
        </p:txBody>
      </p:sp>
      <p:pic>
        <p:nvPicPr>
          <p:cNvPr id="5" name="Grafik 4" descr="Ein Bild, das Grafiken, Schrift, Logo, Symbol enthält.&#10;&#10;Automatisch generierte Beschreibung">
            <a:extLst>
              <a:ext uri="{FF2B5EF4-FFF2-40B4-BE49-F238E27FC236}">
                <a16:creationId xmlns:a16="http://schemas.microsoft.com/office/drawing/2014/main" id="{CFC6EF00-24B7-32E0-6B65-7B350EE85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809" y="2201907"/>
            <a:ext cx="6480582" cy="180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2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6E00E3E0-07DA-4A53-8D2F-59983E144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435B2E-13A2-C694-F960-0030A533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01040"/>
            <a:ext cx="3390900" cy="5486400"/>
          </a:xfrm>
        </p:spPr>
        <p:txBody>
          <a:bodyPr anchor="ctr">
            <a:normAutofit/>
          </a:bodyPr>
          <a:lstStyle/>
          <a:p>
            <a:pPr algn="ctr"/>
            <a:r>
              <a:rPr lang="de-DE" sz="1800"/>
              <a:t>Inhaltsverzeichnis</a:t>
            </a:r>
            <a:endParaRPr lang="en-GB" sz="1800"/>
          </a:p>
        </p:txBody>
      </p:sp>
      <p:graphicFrame>
        <p:nvGraphicFramePr>
          <p:cNvPr id="18" name="Inhaltsplatzhalter 2">
            <a:extLst>
              <a:ext uri="{FF2B5EF4-FFF2-40B4-BE49-F238E27FC236}">
                <a16:creationId xmlns:a16="http://schemas.microsoft.com/office/drawing/2014/main" id="{04DCAE74-F01F-C5F6-5D05-B9F5ABF0F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7567997"/>
              </p:ext>
            </p:extLst>
          </p:nvPr>
        </p:nvGraphicFramePr>
        <p:xfrm>
          <a:off x="5410200" y="701675"/>
          <a:ext cx="6096000" cy="547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298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E2D8D5-3EC5-50A8-0911-F07EEE5E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717" y="345549"/>
            <a:ext cx="9604735" cy="86677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de-DE" b="1" u="sng" dirty="0"/>
              <a:t>Intro</a:t>
            </a:r>
            <a:endParaRPr lang="en-GB" b="1" u="sng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43BACBF-6D0D-EA0D-3BE5-33655B6A4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40" y="1575773"/>
            <a:ext cx="6024320" cy="4189005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A8B64E66-1B34-B856-B041-9EF1711A5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192" y="2038666"/>
            <a:ext cx="1068360" cy="1068360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424CDF-718B-6D94-830B-F5C8D0268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667" y="3670276"/>
            <a:ext cx="866775" cy="866775"/>
          </a:xfrm>
          <a:prstGeom prst="rect">
            <a:avLst/>
          </a:prstGeom>
        </p:spPr>
      </p:pic>
      <p:pic>
        <p:nvPicPr>
          <p:cNvPr id="12" name="Grafik 1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D88125B-2BA8-C88A-A383-2138DD5E9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558" y="2038666"/>
            <a:ext cx="1229618" cy="122961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0C777C4-C714-6646-E7D1-C6D6DCB90B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7810" y="1860601"/>
            <a:ext cx="1424490" cy="1424490"/>
          </a:xfrm>
          <a:prstGeom prst="rect">
            <a:avLst/>
          </a:prstGeom>
        </p:spPr>
      </p:pic>
      <p:pic>
        <p:nvPicPr>
          <p:cNvPr id="15" name="Grafik 14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CF881DE-472E-F485-3DB1-771FF165A6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7810" y="4809442"/>
            <a:ext cx="1282476" cy="1282476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70D2FDE1-020F-4B1B-477E-80CBC58ACD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71" y="1860601"/>
            <a:ext cx="1424491" cy="142449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ABD74A4-8A1E-CFC9-48B2-9F81D23A00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862" y="1860601"/>
            <a:ext cx="1424490" cy="142449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BCAC4E8-21BD-7D52-BEAB-25312D705F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353" y="1860601"/>
            <a:ext cx="1424490" cy="142449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4C913EF5-BC65-72B0-E81E-2CD69F5584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17126" flipV="1">
            <a:off x="4128584" y="2999439"/>
            <a:ext cx="1463926" cy="142449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9E50D94-0358-FB0A-5BF5-86E1420D64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043" y="4138276"/>
            <a:ext cx="1424491" cy="142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450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-0.23945 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5.55112E-17 L -0.49414 0.0141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14" y="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5.55112E-17 L -0.46159 0.0085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86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41953 0.0050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77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7 L -0.45313 -0.0064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56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07407E-6 L -0.44349 0.0039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7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945 4.81481E-6 L 0.24076 4.81481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E646A7-D148-4320-A501-0291AA75A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10820400" cy="1371601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FBEA1D8-A62E-7E0A-CE78-BF918F496D13}"/>
              </a:ext>
            </a:extLst>
          </p:cNvPr>
          <p:cNvSpPr txBox="1">
            <a:spLocks/>
          </p:cNvSpPr>
          <p:nvPr/>
        </p:nvSpPr>
        <p:spPr>
          <a:xfrm>
            <a:off x="1395045" y="947223"/>
            <a:ext cx="9394874" cy="928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b="1" u="sng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Website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B080C56C-AFFA-48D9-F0F8-2A854E600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4613471"/>
              </p:ext>
            </p:extLst>
          </p:nvPr>
        </p:nvGraphicFramePr>
        <p:xfrm>
          <a:off x="685800" y="2696308"/>
          <a:ext cx="10820400" cy="3475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SS - Wikipedia">
            <a:extLst>
              <a:ext uri="{FF2B5EF4-FFF2-40B4-BE49-F238E27FC236}">
                <a16:creationId xmlns:a16="http://schemas.microsoft.com/office/drawing/2014/main" id="{0CD424EA-9267-3E55-A9E3-A637E94B8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826" y="2651041"/>
            <a:ext cx="2462221" cy="347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HP - Wikipedia">
            <a:extLst>
              <a:ext uri="{FF2B5EF4-FFF2-40B4-BE49-F238E27FC236}">
                <a16:creationId xmlns:a16="http://schemas.microsoft.com/office/drawing/2014/main" id="{21E9C35D-78D4-B2D8-1322-74908C9A5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0" y="3357749"/>
            <a:ext cx="3719749" cy="200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Jquery and How it works? An Overview and Its Use Cases -  DevOpsSchool.com">
            <a:extLst>
              <a:ext uri="{FF2B5EF4-FFF2-40B4-BE49-F238E27FC236}">
                <a16:creationId xmlns:a16="http://schemas.microsoft.com/office/drawing/2014/main" id="{406992F2-CB0F-45B6-C815-192DAEB1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231" y="3619123"/>
            <a:ext cx="2991857" cy="163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Inhaltsplatzhalter 3">
            <a:extLst>
              <a:ext uri="{FF2B5EF4-FFF2-40B4-BE49-F238E27FC236}">
                <a16:creationId xmlns:a16="http://schemas.microsoft.com/office/drawing/2014/main" id="{26650766-1435-B203-AEEB-5234D8235C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8349888"/>
              </p:ext>
            </p:extLst>
          </p:nvPr>
        </p:nvGraphicFramePr>
        <p:xfrm>
          <a:off x="1539155" y="6922192"/>
          <a:ext cx="9486900" cy="3447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14284173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0.6379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36 0.02385 L -0.01536 -0.61412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6" grpId="1">
        <p:bldAsOne/>
      </p:bldGraphic>
      <p:bldGraphic spid="1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9E433CB3-EAB2-4842-A1DD-7BC051B5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D37E9081-32E2-43C3-80C8-7F3854D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2000" cy="3429000"/>
          </a:xfrm>
          <a:prstGeom prst="rect">
            <a:avLst/>
          </a:prstGeom>
          <a:gradFill>
            <a:gsLst>
              <a:gs pos="47000">
                <a:srgbClr val="000000">
                  <a:alpha val="23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04358F22-53B5-A561-0135-1EFD4242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518" y="519764"/>
            <a:ext cx="9510963" cy="824344"/>
          </a:xfr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u="sng" kern="1200" cap="all" spc="3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Servers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134DA97-558E-84F2-8857-8E883038FD09}"/>
              </a:ext>
            </a:extLst>
          </p:cNvPr>
          <p:cNvGrpSpPr/>
          <p:nvPr/>
        </p:nvGrpSpPr>
        <p:grpSpPr>
          <a:xfrm>
            <a:off x="1340518" y="1999718"/>
            <a:ext cx="9387570" cy="3898092"/>
            <a:chOff x="1340518" y="1999718"/>
            <a:chExt cx="9387570" cy="3898092"/>
          </a:xfrm>
        </p:grpSpPr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AD1A45D7-97B6-A6BC-176C-09971DDE2D13}"/>
                </a:ext>
              </a:extLst>
            </p:cNvPr>
            <p:cNvSpPr txBox="1"/>
            <p:nvPr/>
          </p:nvSpPr>
          <p:spPr>
            <a:xfrm>
              <a:off x="1340518" y="3343006"/>
              <a:ext cx="3330341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de-DE" sz="2400" b="1" u="sng" dirty="0">
                  <a:latin typeface="Goudy Old Style (Überschriften)"/>
                </a:rPr>
                <a:t>Webserver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400" dirty="0">
                  <a:latin typeface="Goudy Old Style (Überschriften)"/>
                </a:rPr>
                <a:t>Datenbank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400" dirty="0">
                  <a:latin typeface="Goudy Old Style (Überschriften)"/>
                </a:rPr>
                <a:t>Webseite</a:t>
              </a:r>
              <a:r>
                <a:rPr lang="en-GB" sz="2400" dirty="0">
                  <a:latin typeface="Goudy Old Style (Überschriften)"/>
                </a:rPr>
                <a:t> </a:t>
              </a:r>
              <a:r>
                <a:rPr lang="en-GB" sz="2400" dirty="0" err="1">
                  <a:latin typeface="Goudy Old Style (Überschriften)"/>
                </a:rPr>
                <a:t>mit</a:t>
              </a:r>
              <a:r>
                <a:rPr lang="en-GB" sz="2400" dirty="0">
                  <a:latin typeface="Goudy Old Style (Überschriften)"/>
                </a:rPr>
                <a:t> HTTPS</a:t>
              </a:r>
              <a:endParaRPr lang="de-DE" sz="2400" dirty="0">
                <a:latin typeface="Goudy Old Style (Überschriften)"/>
              </a:endParaRPr>
            </a:p>
          </p:txBody>
        </p:sp>
        <p:pic>
          <p:nvPicPr>
            <p:cNvPr id="14" name="Grafik 13" descr="Ein Bild, das Schwarz, Dunkelheit enthält.&#10;&#10;Automatisch generierte Beschreibung">
              <a:extLst>
                <a:ext uri="{FF2B5EF4-FFF2-40B4-BE49-F238E27FC236}">
                  <a16:creationId xmlns:a16="http://schemas.microsoft.com/office/drawing/2014/main" id="{B8823114-6BE5-92DE-B920-E2CAC4238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9996" y="1999718"/>
              <a:ext cx="3898092" cy="3898092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7732D26-AE13-3BE4-51FA-E3C7FE906CE3}"/>
              </a:ext>
            </a:extLst>
          </p:cNvPr>
          <p:cNvGrpSpPr/>
          <p:nvPr/>
        </p:nvGrpSpPr>
        <p:grpSpPr>
          <a:xfrm>
            <a:off x="-9393774" y="2111314"/>
            <a:ext cx="9270380" cy="3663711"/>
            <a:chOff x="1340517" y="1999718"/>
            <a:chExt cx="9270380" cy="3663711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7C85078-B114-C02B-DDAB-5DEB7AA24D3C}"/>
                </a:ext>
              </a:extLst>
            </p:cNvPr>
            <p:cNvSpPr txBox="1"/>
            <p:nvPr/>
          </p:nvSpPr>
          <p:spPr>
            <a:xfrm>
              <a:off x="1340517" y="2973674"/>
              <a:ext cx="3330341" cy="19389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de-DE" sz="2400" b="1" u="sng" dirty="0">
                  <a:latin typeface="Goudy Old Style (Überschriften)"/>
                </a:rPr>
                <a:t>Backup Server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2400" dirty="0">
                  <a:latin typeface="Goudy Old Style (Überschriften)"/>
                </a:rPr>
                <a:t>Sichert Projektdatenbank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sz="2400" dirty="0">
                  <a:latin typeface="Goudy Old Style (Überschriften)"/>
                </a:rPr>
                <a:t>FTP </a:t>
              </a:r>
              <a:r>
                <a:rPr lang="de-DE" sz="2400" dirty="0" err="1">
                  <a:latin typeface="Goudy Old Style (Überschriften)"/>
                </a:rPr>
                <a:t>server</a:t>
              </a:r>
              <a:endParaRPr lang="de-DE" sz="2400" dirty="0">
                <a:latin typeface="Goudy Old Style (Überschriften)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400" dirty="0">
                <a:latin typeface="Goudy Old Style (Überschriften)"/>
              </a:endParaRPr>
            </a:p>
          </p:txBody>
        </p:sp>
        <p:pic>
          <p:nvPicPr>
            <p:cNvPr id="23" name="Grafik 22" descr="Ein Bild, das Schwarz, Dunkelheit enthält.&#10;&#10;Automatisch generierte Beschreibung">
              <a:extLst>
                <a:ext uri="{FF2B5EF4-FFF2-40B4-BE49-F238E27FC236}">
                  <a16:creationId xmlns:a16="http://schemas.microsoft.com/office/drawing/2014/main" id="{701F3010-05DE-946A-719A-0B8F1D5FC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186" y="1999718"/>
              <a:ext cx="3663711" cy="36637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9712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44444E-6 L 0.89375 -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 L 0.88515 0.0006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8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3E5064B-BAF4-48C7-8C2C-8219FF24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3E33EB3-397E-4C5F-B561-7FEE7C781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1" y="701040"/>
            <a:ext cx="10820400" cy="5471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CF9591-24D5-E941-1E56-AE5BA714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850" y="1065791"/>
            <a:ext cx="6393688" cy="813498"/>
          </a:xfrm>
        </p:spPr>
        <p:txBody>
          <a:bodyPr>
            <a:normAutofit/>
          </a:bodyPr>
          <a:lstStyle/>
          <a:p>
            <a:pPr algn="ctr"/>
            <a:r>
              <a:rPr lang="de-DE" dirty="0"/>
              <a:t>Controller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A9DF7-B5E4-DE7A-3BC8-A54767BB5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850" y="2135938"/>
            <a:ext cx="6339840" cy="3439557"/>
          </a:xfrm>
        </p:spPr>
        <p:txBody>
          <a:bodyPr>
            <a:normAutofit/>
          </a:bodyPr>
          <a:lstStyle/>
          <a:p>
            <a:r>
              <a:rPr lang="de-DE" dirty="0"/>
              <a:t>Verbindung mit dem Webserver</a:t>
            </a:r>
          </a:p>
          <a:p>
            <a:r>
              <a:rPr lang="de-DE" dirty="0"/>
              <a:t>Bekommt </a:t>
            </a:r>
            <a:r>
              <a:rPr lang="de-DE" dirty="0" err="1"/>
              <a:t>Json</a:t>
            </a:r>
            <a:r>
              <a:rPr lang="de-DE" dirty="0"/>
              <a:t> von Webserver</a:t>
            </a:r>
          </a:p>
          <a:p>
            <a:r>
              <a:rPr lang="de-DE" dirty="0"/>
              <a:t>reagiert je nach dem, was auf dem </a:t>
            </a:r>
            <a:r>
              <a:rPr lang="de-DE" dirty="0" err="1"/>
              <a:t>json</a:t>
            </a:r>
            <a:r>
              <a:rPr lang="de-DE" dirty="0"/>
              <a:t> steht</a:t>
            </a:r>
          </a:p>
          <a:p>
            <a:r>
              <a:rPr lang="de-DE" dirty="0"/>
              <a:t>Reserviert =&gt; Grün &amp; Tür öffnet sich</a:t>
            </a:r>
          </a:p>
          <a:p>
            <a:r>
              <a:rPr lang="de-DE" dirty="0"/>
              <a:t>Nicht Reserviert =&gt; Rot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317B332-CF46-7254-51EA-0CDC3F1A4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1962822"/>
            <a:ext cx="2705100" cy="293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34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156051-8BA0-378D-0858-D0CE7B12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de-DE" sz="1500">
                <a:solidFill>
                  <a:schemeClr val="bg2"/>
                </a:solidFill>
              </a:rPr>
              <a:t>Zusammenfassung</a:t>
            </a:r>
            <a:endParaRPr lang="en-GB" sz="1500">
              <a:solidFill>
                <a:schemeClr val="bg2"/>
              </a:solidFill>
            </a:endParaRPr>
          </a:p>
        </p:txBody>
      </p:sp>
      <p:graphicFrame>
        <p:nvGraphicFramePr>
          <p:cNvPr id="12" name="Inhaltsplatzhalter 2">
            <a:extLst>
              <a:ext uri="{FF2B5EF4-FFF2-40B4-BE49-F238E27FC236}">
                <a16:creationId xmlns:a16="http://schemas.microsoft.com/office/drawing/2014/main" id="{3A52F310-9379-A817-6D2A-A74EF1239D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987505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162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485AE2-6BE9-4DCA-A6C4-83F4EEFCC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4431"/>
            <a:ext cx="10820401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AFF098-4B08-C407-9E2D-32F19E296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462338"/>
            <a:ext cx="8115300" cy="23396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u="sng" kern="1200" cap="all" spc="300" baseline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Danke</a:t>
            </a:r>
            <a:r>
              <a:rPr lang="en-US" sz="3600" u="sng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für </a:t>
            </a:r>
            <a:r>
              <a:rPr lang="en-US" sz="3600" u="sng" kern="1200" cap="all" spc="300" baseline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eure</a:t>
            </a:r>
            <a:r>
              <a:rPr lang="en-US" sz="3600" u="sng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u="sng" kern="1200" cap="all" spc="300" baseline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Aufmerksamkeit</a:t>
            </a:r>
            <a:endParaRPr lang="en-US" sz="3600" u="sng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23DF8-FA99-6B1A-F8D6-B33979A79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4839288"/>
            <a:ext cx="8115300" cy="12942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800" i="1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Jetzt</a:t>
            </a:r>
            <a:r>
              <a:rPr lang="en-US" sz="2800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US" sz="2800" i="1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werde</a:t>
            </a:r>
            <a:r>
              <a:rPr lang="en-US" sz="2800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 ich </a:t>
            </a:r>
            <a:r>
              <a:rPr lang="en-US" sz="2800" i="1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eine</a:t>
            </a:r>
            <a:r>
              <a:rPr lang="en-US" sz="2800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 </a:t>
            </a:r>
            <a:r>
              <a:rPr lang="en-US" sz="2800" i="1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kleine</a:t>
            </a:r>
            <a:r>
              <a:rPr lang="en-US" sz="2800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 Demo </a:t>
            </a:r>
            <a:r>
              <a:rPr lang="en-US" sz="2800" i="1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machen</a:t>
            </a:r>
            <a:r>
              <a:rPr lang="en-US" sz="2800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EB5A1D0-72E5-D2BE-C406-7BC10DD8A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135" y="1203904"/>
            <a:ext cx="2223727" cy="222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6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Breitbild</PresentationFormat>
  <Paragraphs>41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Gill Sans MT</vt:lpstr>
      <vt:lpstr>Goudy Old Style</vt:lpstr>
      <vt:lpstr>Goudy Old Style (Überschriften)</vt:lpstr>
      <vt:lpstr>ClassicFrameVTI</vt:lpstr>
      <vt:lpstr>PowerPoint-Präsentation</vt:lpstr>
      <vt:lpstr>Inhaltsverzeichnis</vt:lpstr>
      <vt:lpstr>Intro</vt:lpstr>
      <vt:lpstr>PowerPoint-Präsentation</vt:lpstr>
      <vt:lpstr>Servers</vt:lpstr>
      <vt:lpstr>Controller</vt:lpstr>
      <vt:lpstr>Zusammenfassung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PEREIRA MOREIRA Hugo</dc:creator>
  <cp:lastModifiedBy>PEREIRA MOREIRA Hugo</cp:lastModifiedBy>
  <cp:revision>19</cp:revision>
  <dcterms:created xsi:type="dcterms:W3CDTF">2023-05-31T10:54:37Z</dcterms:created>
  <dcterms:modified xsi:type="dcterms:W3CDTF">2023-06-07T10:58:27Z</dcterms:modified>
</cp:coreProperties>
</file>