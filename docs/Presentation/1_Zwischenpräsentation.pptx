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E4EB4E-3CCE-4A40-82E2-12D544ABD23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6CBA84-813D-40F8-BE82-D7EE400D7196}">
      <dgm:prSet/>
      <dgm:spPr/>
      <dgm:t>
        <a:bodyPr/>
        <a:lstStyle/>
        <a:p>
          <a:r>
            <a:rPr lang="de-DE"/>
            <a:t>organisiert sein</a:t>
          </a:r>
          <a:endParaRPr lang="en-US"/>
        </a:p>
      </dgm:t>
    </dgm:pt>
    <dgm:pt modelId="{D7354DFD-1334-476B-8E0D-21FAA4797ACE}" type="parTrans" cxnId="{E61B60D2-8A65-4CE4-B488-8DB3869854E8}">
      <dgm:prSet/>
      <dgm:spPr/>
      <dgm:t>
        <a:bodyPr/>
        <a:lstStyle/>
        <a:p>
          <a:endParaRPr lang="en-US"/>
        </a:p>
      </dgm:t>
    </dgm:pt>
    <dgm:pt modelId="{AEB41832-7FAF-4E82-85DA-7753DBCC6604}" type="sibTrans" cxnId="{E61B60D2-8A65-4CE4-B488-8DB3869854E8}">
      <dgm:prSet/>
      <dgm:spPr/>
      <dgm:t>
        <a:bodyPr/>
        <a:lstStyle/>
        <a:p>
          <a:endParaRPr lang="en-US"/>
        </a:p>
      </dgm:t>
    </dgm:pt>
    <dgm:pt modelId="{310F6590-CB85-4278-8D4D-10AA7DB5AB0C}">
      <dgm:prSet/>
      <dgm:spPr/>
      <dgm:t>
        <a:bodyPr/>
        <a:lstStyle/>
        <a:p>
          <a:r>
            <a:rPr lang="de-DE"/>
            <a:t>Sicherheitsregeln des Ateliers halten</a:t>
          </a:r>
          <a:endParaRPr lang="en-US"/>
        </a:p>
      </dgm:t>
    </dgm:pt>
    <dgm:pt modelId="{80AFE86F-B023-48D0-93E0-7E74AEA64D2B}" type="parTrans" cxnId="{2D091E96-04A6-402B-AB37-1E2770E7AABE}">
      <dgm:prSet/>
      <dgm:spPr/>
      <dgm:t>
        <a:bodyPr/>
        <a:lstStyle/>
        <a:p>
          <a:endParaRPr lang="en-US"/>
        </a:p>
      </dgm:t>
    </dgm:pt>
    <dgm:pt modelId="{1EFEC955-4579-4F5D-9886-BF67A0FC01DF}" type="sibTrans" cxnId="{2D091E96-04A6-402B-AB37-1E2770E7AABE}">
      <dgm:prSet/>
      <dgm:spPr/>
      <dgm:t>
        <a:bodyPr/>
        <a:lstStyle/>
        <a:p>
          <a:endParaRPr lang="en-US"/>
        </a:p>
      </dgm:t>
    </dgm:pt>
    <dgm:pt modelId="{82E0E1E7-EDA5-4F63-99C2-EF7D0A395E83}">
      <dgm:prSet/>
      <dgm:spPr/>
      <dgm:t>
        <a:bodyPr/>
        <a:lstStyle/>
        <a:p>
          <a:r>
            <a:rPr lang="de-DE"/>
            <a:t>sauber Arbeiten</a:t>
          </a:r>
          <a:endParaRPr lang="en-US"/>
        </a:p>
      </dgm:t>
    </dgm:pt>
    <dgm:pt modelId="{FB76A9FA-7328-4049-8453-FE464AD9BC3D}" type="parTrans" cxnId="{FF207F90-F9CF-4A46-8434-57CFC3AC8785}">
      <dgm:prSet/>
      <dgm:spPr/>
      <dgm:t>
        <a:bodyPr/>
        <a:lstStyle/>
        <a:p>
          <a:endParaRPr lang="en-US"/>
        </a:p>
      </dgm:t>
    </dgm:pt>
    <dgm:pt modelId="{EC71AE51-EAEA-4246-935B-3739E1B957AE}" type="sibTrans" cxnId="{FF207F90-F9CF-4A46-8434-57CFC3AC8785}">
      <dgm:prSet/>
      <dgm:spPr/>
      <dgm:t>
        <a:bodyPr/>
        <a:lstStyle/>
        <a:p>
          <a:endParaRPr lang="en-US"/>
        </a:p>
      </dgm:t>
    </dgm:pt>
    <dgm:pt modelId="{DD155984-152C-4122-B44D-4BDAFB5FFEA8}">
      <dgm:prSet/>
      <dgm:spPr/>
      <dgm:t>
        <a:bodyPr/>
        <a:lstStyle/>
        <a:p>
          <a:r>
            <a:rPr lang="de-DE"/>
            <a:t>Arbeit planen</a:t>
          </a:r>
          <a:endParaRPr lang="en-US"/>
        </a:p>
      </dgm:t>
    </dgm:pt>
    <dgm:pt modelId="{CED230AE-A93F-43FA-A816-7460B81BC2DF}" type="parTrans" cxnId="{444F0A5C-F902-4239-9D23-403FC168349F}">
      <dgm:prSet/>
      <dgm:spPr/>
      <dgm:t>
        <a:bodyPr/>
        <a:lstStyle/>
        <a:p>
          <a:endParaRPr lang="en-US"/>
        </a:p>
      </dgm:t>
    </dgm:pt>
    <dgm:pt modelId="{512EA3F8-4B86-4EDA-90F3-CA9603DF5A86}" type="sibTrans" cxnId="{444F0A5C-F902-4239-9D23-403FC168349F}">
      <dgm:prSet/>
      <dgm:spPr/>
      <dgm:t>
        <a:bodyPr/>
        <a:lstStyle/>
        <a:p>
          <a:endParaRPr lang="en-US"/>
        </a:p>
      </dgm:t>
    </dgm:pt>
    <dgm:pt modelId="{CF5A85D3-9526-4467-B106-AE4FC21CC632}" type="pres">
      <dgm:prSet presAssocID="{61E4EB4E-3CCE-4A40-82E2-12D544ABD2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DB9C03-65F0-4615-BE88-31587C15377C}" type="pres">
      <dgm:prSet presAssocID="{096CBA84-813D-40F8-BE82-D7EE400D7196}" presName="hierRoot1" presStyleCnt="0"/>
      <dgm:spPr/>
    </dgm:pt>
    <dgm:pt modelId="{182772F4-0622-4E33-BBB3-84B55B26BE80}" type="pres">
      <dgm:prSet presAssocID="{096CBA84-813D-40F8-BE82-D7EE400D7196}" presName="composite" presStyleCnt="0"/>
      <dgm:spPr/>
    </dgm:pt>
    <dgm:pt modelId="{F5CDFA0C-95E4-48A1-9788-638C1393FD9F}" type="pres">
      <dgm:prSet presAssocID="{096CBA84-813D-40F8-BE82-D7EE400D7196}" presName="background" presStyleLbl="node0" presStyleIdx="0" presStyleCnt="4"/>
      <dgm:spPr/>
    </dgm:pt>
    <dgm:pt modelId="{C56DBE89-08AF-493C-8F64-819717139844}" type="pres">
      <dgm:prSet presAssocID="{096CBA84-813D-40F8-BE82-D7EE400D7196}" presName="text" presStyleLbl="fgAcc0" presStyleIdx="0" presStyleCnt="4">
        <dgm:presLayoutVars>
          <dgm:chPref val="3"/>
        </dgm:presLayoutVars>
      </dgm:prSet>
      <dgm:spPr/>
    </dgm:pt>
    <dgm:pt modelId="{C1683471-57B3-42BD-8CB5-BC4132D45C2A}" type="pres">
      <dgm:prSet presAssocID="{096CBA84-813D-40F8-BE82-D7EE400D7196}" presName="hierChild2" presStyleCnt="0"/>
      <dgm:spPr/>
    </dgm:pt>
    <dgm:pt modelId="{0263325F-C44E-4FBC-A760-C33F511CAE31}" type="pres">
      <dgm:prSet presAssocID="{310F6590-CB85-4278-8D4D-10AA7DB5AB0C}" presName="hierRoot1" presStyleCnt="0"/>
      <dgm:spPr/>
    </dgm:pt>
    <dgm:pt modelId="{0FC21991-5418-44AB-9848-C355D6A7E0A9}" type="pres">
      <dgm:prSet presAssocID="{310F6590-CB85-4278-8D4D-10AA7DB5AB0C}" presName="composite" presStyleCnt="0"/>
      <dgm:spPr/>
    </dgm:pt>
    <dgm:pt modelId="{B554D3F3-7F9A-46B3-8917-B637458BFC9C}" type="pres">
      <dgm:prSet presAssocID="{310F6590-CB85-4278-8D4D-10AA7DB5AB0C}" presName="background" presStyleLbl="node0" presStyleIdx="1" presStyleCnt="4"/>
      <dgm:spPr/>
    </dgm:pt>
    <dgm:pt modelId="{11141B16-737F-4A6B-8B19-9348E610DC76}" type="pres">
      <dgm:prSet presAssocID="{310F6590-CB85-4278-8D4D-10AA7DB5AB0C}" presName="text" presStyleLbl="fgAcc0" presStyleIdx="1" presStyleCnt="4">
        <dgm:presLayoutVars>
          <dgm:chPref val="3"/>
        </dgm:presLayoutVars>
      </dgm:prSet>
      <dgm:spPr/>
    </dgm:pt>
    <dgm:pt modelId="{7AF22D13-862E-4D03-B1B3-339B74A55AC5}" type="pres">
      <dgm:prSet presAssocID="{310F6590-CB85-4278-8D4D-10AA7DB5AB0C}" presName="hierChild2" presStyleCnt="0"/>
      <dgm:spPr/>
    </dgm:pt>
    <dgm:pt modelId="{FA9905FA-609A-4858-95DB-7FE920194B3F}" type="pres">
      <dgm:prSet presAssocID="{82E0E1E7-EDA5-4F63-99C2-EF7D0A395E83}" presName="hierRoot1" presStyleCnt="0"/>
      <dgm:spPr/>
    </dgm:pt>
    <dgm:pt modelId="{F784DF6C-B921-4E8C-8AD6-422225CDFA74}" type="pres">
      <dgm:prSet presAssocID="{82E0E1E7-EDA5-4F63-99C2-EF7D0A395E83}" presName="composite" presStyleCnt="0"/>
      <dgm:spPr/>
    </dgm:pt>
    <dgm:pt modelId="{5BBBCA12-BCEF-4878-A0FE-9BEEFB9F0D57}" type="pres">
      <dgm:prSet presAssocID="{82E0E1E7-EDA5-4F63-99C2-EF7D0A395E83}" presName="background" presStyleLbl="node0" presStyleIdx="2" presStyleCnt="4"/>
      <dgm:spPr/>
    </dgm:pt>
    <dgm:pt modelId="{D86667AF-EF25-45B8-BF9F-167A46E0C38D}" type="pres">
      <dgm:prSet presAssocID="{82E0E1E7-EDA5-4F63-99C2-EF7D0A395E83}" presName="text" presStyleLbl="fgAcc0" presStyleIdx="2" presStyleCnt="4">
        <dgm:presLayoutVars>
          <dgm:chPref val="3"/>
        </dgm:presLayoutVars>
      </dgm:prSet>
      <dgm:spPr/>
    </dgm:pt>
    <dgm:pt modelId="{2461634D-CDB5-4AD2-B08D-4E59A593E8CC}" type="pres">
      <dgm:prSet presAssocID="{82E0E1E7-EDA5-4F63-99C2-EF7D0A395E83}" presName="hierChild2" presStyleCnt="0"/>
      <dgm:spPr/>
    </dgm:pt>
    <dgm:pt modelId="{C28C70DC-01CB-4F2A-AA8C-35E2A594834F}" type="pres">
      <dgm:prSet presAssocID="{DD155984-152C-4122-B44D-4BDAFB5FFEA8}" presName="hierRoot1" presStyleCnt="0"/>
      <dgm:spPr/>
    </dgm:pt>
    <dgm:pt modelId="{81EB4F20-E567-42BB-B3A2-66CA644BB24D}" type="pres">
      <dgm:prSet presAssocID="{DD155984-152C-4122-B44D-4BDAFB5FFEA8}" presName="composite" presStyleCnt="0"/>
      <dgm:spPr/>
    </dgm:pt>
    <dgm:pt modelId="{FD6F3757-997E-47BB-BD82-283CA0EA2CD1}" type="pres">
      <dgm:prSet presAssocID="{DD155984-152C-4122-B44D-4BDAFB5FFEA8}" presName="background" presStyleLbl="node0" presStyleIdx="3" presStyleCnt="4"/>
      <dgm:spPr/>
    </dgm:pt>
    <dgm:pt modelId="{F15D6CB7-A1BF-4AC0-BB8A-DCB722DBFCAE}" type="pres">
      <dgm:prSet presAssocID="{DD155984-152C-4122-B44D-4BDAFB5FFEA8}" presName="text" presStyleLbl="fgAcc0" presStyleIdx="3" presStyleCnt="4">
        <dgm:presLayoutVars>
          <dgm:chPref val="3"/>
        </dgm:presLayoutVars>
      </dgm:prSet>
      <dgm:spPr/>
    </dgm:pt>
    <dgm:pt modelId="{5C87B0F5-789B-4280-8C2A-A78131551042}" type="pres">
      <dgm:prSet presAssocID="{DD155984-152C-4122-B44D-4BDAFB5FFEA8}" presName="hierChild2" presStyleCnt="0"/>
      <dgm:spPr/>
    </dgm:pt>
  </dgm:ptLst>
  <dgm:cxnLst>
    <dgm:cxn modelId="{D456A70E-4E16-4576-B00C-27F053DD100C}" type="presOf" srcId="{310F6590-CB85-4278-8D4D-10AA7DB5AB0C}" destId="{11141B16-737F-4A6B-8B19-9348E610DC76}" srcOrd="0" destOrd="0" presId="urn:microsoft.com/office/officeart/2005/8/layout/hierarchy1"/>
    <dgm:cxn modelId="{98FB0718-D5C9-4899-B953-FFDE298CBBB2}" type="presOf" srcId="{82E0E1E7-EDA5-4F63-99C2-EF7D0A395E83}" destId="{D86667AF-EF25-45B8-BF9F-167A46E0C38D}" srcOrd="0" destOrd="0" presId="urn:microsoft.com/office/officeart/2005/8/layout/hierarchy1"/>
    <dgm:cxn modelId="{D6EA171F-D2C5-43F1-9851-DD82BCB72169}" type="presOf" srcId="{61E4EB4E-3CCE-4A40-82E2-12D544ABD239}" destId="{CF5A85D3-9526-4467-B106-AE4FC21CC632}" srcOrd="0" destOrd="0" presId="urn:microsoft.com/office/officeart/2005/8/layout/hierarchy1"/>
    <dgm:cxn modelId="{444F0A5C-F902-4239-9D23-403FC168349F}" srcId="{61E4EB4E-3CCE-4A40-82E2-12D544ABD239}" destId="{DD155984-152C-4122-B44D-4BDAFB5FFEA8}" srcOrd="3" destOrd="0" parTransId="{CED230AE-A93F-43FA-A816-7460B81BC2DF}" sibTransId="{512EA3F8-4B86-4EDA-90F3-CA9603DF5A86}"/>
    <dgm:cxn modelId="{9EA75559-1336-49FB-99CD-5A07C5A04BC7}" type="presOf" srcId="{096CBA84-813D-40F8-BE82-D7EE400D7196}" destId="{C56DBE89-08AF-493C-8F64-819717139844}" srcOrd="0" destOrd="0" presId="urn:microsoft.com/office/officeart/2005/8/layout/hierarchy1"/>
    <dgm:cxn modelId="{FF207F90-F9CF-4A46-8434-57CFC3AC8785}" srcId="{61E4EB4E-3CCE-4A40-82E2-12D544ABD239}" destId="{82E0E1E7-EDA5-4F63-99C2-EF7D0A395E83}" srcOrd="2" destOrd="0" parTransId="{FB76A9FA-7328-4049-8453-FE464AD9BC3D}" sibTransId="{EC71AE51-EAEA-4246-935B-3739E1B957AE}"/>
    <dgm:cxn modelId="{2D091E96-04A6-402B-AB37-1E2770E7AABE}" srcId="{61E4EB4E-3CCE-4A40-82E2-12D544ABD239}" destId="{310F6590-CB85-4278-8D4D-10AA7DB5AB0C}" srcOrd="1" destOrd="0" parTransId="{80AFE86F-B023-48D0-93E0-7E74AEA64D2B}" sibTransId="{1EFEC955-4579-4F5D-9886-BF67A0FC01DF}"/>
    <dgm:cxn modelId="{285D0BAC-CE35-436E-A302-2F0420E25AEF}" type="presOf" srcId="{DD155984-152C-4122-B44D-4BDAFB5FFEA8}" destId="{F15D6CB7-A1BF-4AC0-BB8A-DCB722DBFCAE}" srcOrd="0" destOrd="0" presId="urn:microsoft.com/office/officeart/2005/8/layout/hierarchy1"/>
    <dgm:cxn modelId="{E61B60D2-8A65-4CE4-B488-8DB3869854E8}" srcId="{61E4EB4E-3CCE-4A40-82E2-12D544ABD239}" destId="{096CBA84-813D-40F8-BE82-D7EE400D7196}" srcOrd="0" destOrd="0" parTransId="{D7354DFD-1334-476B-8E0D-21FAA4797ACE}" sibTransId="{AEB41832-7FAF-4E82-85DA-7753DBCC6604}"/>
    <dgm:cxn modelId="{967ADE4E-3266-4131-9DB7-8DE6586B01BE}" type="presParOf" srcId="{CF5A85D3-9526-4467-B106-AE4FC21CC632}" destId="{36DB9C03-65F0-4615-BE88-31587C15377C}" srcOrd="0" destOrd="0" presId="urn:microsoft.com/office/officeart/2005/8/layout/hierarchy1"/>
    <dgm:cxn modelId="{F5343FC5-D7E0-4BEA-8D97-F7A186A7EBD3}" type="presParOf" srcId="{36DB9C03-65F0-4615-BE88-31587C15377C}" destId="{182772F4-0622-4E33-BBB3-84B55B26BE80}" srcOrd="0" destOrd="0" presId="urn:microsoft.com/office/officeart/2005/8/layout/hierarchy1"/>
    <dgm:cxn modelId="{1D8727F4-2684-46F4-BDA3-2E8C78149ED2}" type="presParOf" srcId="{182772F4-0622-4E33-BBB3-84B55B26BE80}" destId="{F5CDFA0C-95E4-48A1-9788-638C1393FD9F}" srcOrd="0" destOrd="0" presId="urn:microsoft.com/office/officeart/2005/8/layout/hierarchy1"/>
    <dgm:cxn modelId="{6919B979-5259-4EB0-81DF-8F9183CE84EE}" type="presParOf" srcId="{182772F4-0622-4E33-BBB3-84B55B26BE80}" destId="{C56DBE89-08AF-493C-8F64-819717139844}" srcOrd="1" destOrd="0" presId="urn:microsoft.com/office/officeart/2005/8/layout/hierarchy1"/>
    <dgm:cxn modelId="{C0BF7ACE-0EEC-432C-BA6D-1E1F6D0F80EA}" type="presParOf" srcId="{36DB9C03-65F0-4615-BE88-31587C15377C}" destId="{C1683471-57B3-42BD-8CB5-BC4132D45C2A}" srcOrd="1" destOrd="0" presId="urn:microsoft.com/office/officeart/2005/8/layout/hierarchy1"/>
    <dgm:cxn modelId="{241064BD-13EC-468C-B3DB-6215C4857244}" type="presParOf" srcId="{CF5A85D3-9526-4467-B106-AE4FC21CC632}" destId="{0263325F-C44E-4FBC-A760-C33F511CAE31}" srcOrd="1" destOrd="0" presId="urn:microsoft.com/office/officeart/2005/8/layout/hierarchy1"/>
    <dgm:cxn modelId="{751A8CC1-909F-4E3E-B269-AA061D9ADD34}" type="presParOf" srcId="{0263325F-C44E-4FBC-A760-C33F511CAE31}" destId="{0FC21991-5418-44AB-9848-C355D6A7E0A9}" srcOrd="0" destOrd="0" presId="urn:microsoft.com/office/officeart/2005/8/layout/hierarchy1"/>
    <dgm:cxn modelId="{AAC64584-1984-46DB-B333-B32A2CF2110F}" type="presParOf" srcId="{0FC21991-5418-44AB-9848-C355D6A7E0A9}" destId="{B554D3F3-7F9A-46B3-8917-B637458BFC9C}" srcOrd="0" destOrd="0" presId="urn:microsoft.com/office/officeart/2005/8/layout/hierarchy1"/>
    <dgm:cxn modelId="{19D39DA3-B894-4F19-8493-CCC78A6FCF86}" type="presParOf" srcId="{0FC21991-5418-44AB-9848-C355D6A7E0A9}" destId="{11141B16-737F-4A6B-8B19-9348E610DC76}" srcOrd="1" destOrd="0" presId="urn:microsoft.com/office/officeart/2005/8/layout/hierarchy1"/>
    <dgm:cxn modelId="{1FBC6BA8-7236-4CC2-AD2E-DC48DAF9B452}" type="presParOf" srcId="{0263325F-C44E-4FBC-A760-C33F511CAE31}" destId="{7AF22D13-862E-4D03-B1B3-339B74A55AC5}" srcOrd="1" destOrd="0" presId="urn:microsoft.com/office/officeart/2005/8/layout/hierarchy1"/>
    <dgm:cxn modelId="{82D8FDAA-AAC8-4A08-81EB-07942CD72C57}" type="presParOf" srcId="{CF5A85D3-9526-4467-B106-AE4FC21CC632}" destId="{FA9905FA-609A-4858-95DB-7FE920194B3F}" srcOrd="2" destOrd="0" presId="urn:microsoft.com/office/officeart/2005/8/layout/hierarchy1"/>
    <dgm:cxn modelId="{E7FA846B-232D-4772-8271-D34FE3C7F879}" type="presParOf" srcId="{FA9905FA-609A-4858-95DB-7FE920194B3F}" destId="{F784DF6C-B921-4E8C-8AD6-422225CDFA74}" srcOrd="0" destOrd="0" presId="urn:microsoft.com/office/officeart/2005/8/layout/hierarchy1"/>
    <dgm:cxn modelId="{6EFB695F-1C1D-44F8-9FE1-C1478F49B9F6}" type="presParOf" srcId="{F784DF6C-B921-4E8C-8AD6-422225CDFA74}" destId="{5BBBCA12-BCEF-4878-A0FE-9BEEFB9F0D57}" srcOrd="0" destOrd="0" presId="urn:microsoft.com/office/officeart/2005/8/layout/hierarchy1"/>
    <dgm:cxn modelId="{09775115-12E7-4658-A19D-C1B9BA4EF253}" type="presParOf" srcId="{F784DF6C-B921-4E8C-8AD6-422225CDFA74}" destId="{D86667AF-EF25-45B8-BF9F-167A46E0C38D}" srcOrd="1" destOrd="0" presId="urn:microsoft.com/office/officeart/2005/8/layout/hierarchy1"/>
    <dgm:cxn modelId="{1B2E6D33-CBCF-4CE4-BC4B-EC6988633DF0}" type="presParOf" srcId="{FA9905FA-609A-4858-95DB-7FE920194B3F}" destId="{2461634D-CDB5-4AD2-B08D-4E59A593E8CC}" srcOrd="1" destOrd="0" presId="urn:microsoft.com/office/officeart/2005/8/layout/hierarchy1"/>
    <dgm:cxn modelId="{D53AF4A1-FB59-48CF-A959-C300AA577A5A}" type="presParOf" srcId="{CF5A85D3-9526-4467-B106-AE4FC21CC632}" destId="{C28C70DC-01CB-4F2A-AA8C-35E2A594834F}" srcOrd="3" destOrd="0" presId="urn:microsoft.com/office/officeart/2005/8/layout/hierarchy1"/>
    <dgm:cxn modelId="{B268AB13-3FC9-48EF-B39F-5D714911B1BA}" type="presParOf" srcId="{C28C70DC-01CB-4F2A-AA8C-35E2A594834F}" destId="{81EB4F20-E567-42BB-B3A2-66CA644BB24D}" srcOrd="0" destOrd="0" presId="urn:microsoft.com/office/officeart/2005/8/layout/hierarchy1"/>
    <dgm:cxn modelId="{245DCD9E-0B06-4CFE-B2D0-BE14E7E368A8}" type="presParOf" srcId="{81EB4F20-E567-42BB-B3A2-66CA644BB24D}" destId="{FD6F3757-997E-47BB-BD82-283CA0EA2CD1}" srcOrd="0" destOrd="0" presId="urn:microsoft.com/office/officeart/2005/8/layout/hierarchy1"/>
    <dgm:cxn modelId="{24C4F89D-D348-4B8A-96A3-99ACF2DA97B0}" type="presParOf" srcId="{81EB4F20-E567-42BB-B3A2-66CA644BB24D}" destId="{F15D6CB7-A1BF-4AC0-BB8A-DCB722DBFCAE}" srcOrd="1" destOrd="0" presId="urn:microsoft.com/office/officeart/2005/8/layout/hierarchy1"/>
    <dgm:cxn modelId="{3F5B5C6A-0619-4090-9863-34B961403910}" type="presParOf" srcId="{C28C70DC-01CB-4F2A-AA8C-35E2A594834F}" destId="{5C87B0F5-789B-4280-8C2A-A781315510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E4EB4E-3CCE-4A40-82E2-12D544ABD23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6CBA84-813D-40F8-BE82-D7EE400D7196}">
      <dgm:prSet/>
      <dgm:spPr/>
      <dgm:t>
        <a:bodyPr/>
        <a:lstStyle/>
        <a:p>
          <a:r>
            <a:rPr lang="de-DE"/>
            <a:t>organisiert sein</a:t>
          </a:r>
          <a:endParaRPr lang="en-US"/>
        </a:p>
      </dgm:t>
    </dgm:pt>
    <dgm:pt modelId="{D7354DFD-1334-476B-8E0D-21FAA4797ACE}" type="parTrans" cxnId="{E61B60D2-8A65-4CE4-B488-8DB3869854E8}">
      <dgm:prSet/>
      <dgm:spPr/>
      <dgm:t>
        <a:bodyPr/>
        <a:lstStyle/>
        <a:p>
          <a:endParaRPr lang="en-US"/>
        </a:p>
      </dgm:t>
    </dgm:pt>
    <dgm:pt modelId="{AEB41832-7FAF-4E82-85DA-7753DBCC6604}" type="sibTrans" cxnId="{E61B60D2-8A65-4CE4-B488-8DB3869854E8}">
      <dgm:prSet/>
      <dgm:spPr/>
      <dgm:t>
        <a:bodyPr/>
        <a:lstStyle/>
        <a:p>
          <a:endParaRPr lang="en-US"/>
        </a:p>
      </dgm:t>
    </dgm:pt>
    <dgm:pt modelId="{310F6590-CB85-4278-8D4D-10AA7DB5AB0C}">
      <dgm:prSet/>
      <dgm:spPr/>
      <dgm:t>
        <a:bodyPr/>
        <a:lstStyle/>
        <a:p>
          <a:r>
            <a:rPr lang="de-DE" dirty="0"/>
            <a:t>User </a:t>
          </a:r>
          <a:r>
            <a:rPr lang="de-DE" dirty="0" err="1"/>
            <a:t>story</a:t>
          </a:r>
          <a:r>
            <a:rPr lang="de-DE" dirty="0"/>
            <a:t> planen (Wann und was ich mache)</a:t>
          </a:r>
          <a:endParaRPr lang="en-US" dirty="0"/>
        </a:p>
      </dgm:t>
    </dgm:pt>
    <dgm:pt modelId="{80AFE86F-B023-48D0-93E0-7E74AEA64D2B}" type="parTrans" cxnId="{2D091E96-04A6-402B-AB37-1E2770E7AABE}">
      <dgm:prSet/>
      <dgm:spPr/>
      <dgm:t>
        <a:bodyPr/>
        <a:lstStyle/>
        <a:p>
          <a:endParaRPr lang="en-US"/>
        </a:p>
      </dgm:t>
    </dgm:pt>
    <dgm:pt modelId="{1EFEC955-4579-4F5D-9886-BF67A0FC01DF}" type="sibTrans" cxnId="{2D091E96-04A6-402B-AB37-1E2770E7AABE}">
      <dgm:prSet/>
      <dgm:spPr/>
      <dgm:t>
        <a:bodyPr/>
        <a:lstStyle/>
        <a:p>
          <a:endParaRPr lang="en-US"/>
        </a:p>
      </dgm:t>
    </dgm:pt>
    <dgm:pt modelId="{82E0E1E7-EDA5-4F63-99C2-EF7D0A395E83}">
      <dgm:prSet/>
      <dgm:spPr/>
      <dgm:t>
        <a:bodyPr/>
        <a:lstStyle/>
        <a:p>
          <a:r>
            <a:rPr lang="de-DE" dirty="0"/>
            <a:t>Im Internet recherchieren (neue Ideen)</a:t>
          </a:r>
          <a:endParaRPr lang="en-US" dirty="0"/>
        </a:p>
      </dgm:t>
    </dgm:pt>
    <dgm:pt modelId="{FB76A9FA-7328-4049-8453-FE464AD9BC3D}" type="parTrans" cxnId="{FF207F90-F9CF-4A46-8434-57CFC3AC8785}">
      <dgm:prSet/>
      <dgm:spPr/>
      <dgm:t>
        <a:bodyPr/>
        <a:lstStyle/>
        <a:p>
          <a:endParaRPr lang="en-US"/>
        </a:p>
      </dgm:t>
    </dgm:pt>
    <dgm:pt modelId="{EC71AE51-EAEA-4246-935B-3739E1B957AE}" type="sibTrans" cxnId="{FF207F90-F9CF-4A46-8434-57CFC3AC8785}">
      <dgm:prSet/>
      <dgm:spPr/>
      <dgm:t>
        <a:bodyPr/>
        <a:lstStyle/>
        <a:p>
          <a:endParaRPr lang="en-US"/>
        </a:p>
      </dgm:t>
    </dgm:pt>
    <dgm:pt modelId="{CF5A85D3-9526-4467-B106-AE4FC21CC632}" type="pres">
      <dgm:prSet presAssocID="{61E4EB4E-3CCE-4A40-82E2-12D544ABD2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DB9C03-65F0-4615-BE88-31587C15377C}" type="pres">
      <dgm:prSet presAssocID="{096CBA84-813D-40F8-BE82-D7EE400D7196}" presName="hierRoot1" presStyleCnt="0"/>
      <dgm:spPr/>
    </dgm:pt>
    <dgm:pt modelId="{182772F4-0622-4E33-BBB3-84B55B26BE80}" type="pres">
      <dgm:prSet presAssocID="{096CBA84-813D-40F8-BE82-D7EE400D7196}" presName="composite" presStyleCnt="0"/>
      <dgm:spPr/>
    </dgm:pt>
    <dgm:pt modelId="{F5CDFA0C-95E4-48A1-9788-638C1393FD9F}" type="pres">
      <dgm:prSet presAssocID="{096CBA84-813D-40F8-BE82-D7EE400D7196}" presName="background" presStyleLbl="node0" presStyleIdx="0" presStyleCnt="3"/>
      <dgm:spPr/>
    </dgm:pt>
    <dgm:pt modelId="{C56DBE89-08AF-493C-8F64-819717139844}" type="pres">
      <dgm:prSet presAssocID="{096CBA84-813D-40F8-BE82-D7EE400D7196}" presName="text" presStyleLbl="fgAcc0" presStyleIdx="0" presStyleCnt="3">
        <dgm:presLayoutVars>
          <dgm:chPref val="3"/>
        </dgm:presLayoutVars>
      </dgm:prSet>
      <dgm:spPr/>
    </dgm:pt>
    <dgm:pt modelId="{C1683471-57B3-42BD-8CB5-BC4132D45C2A}" type="pres">
      <dgm:prSet presAssocID="{096CBA84-813D-40F8-BE82-D7EE400D7196}" presName="hierChild2" presStyleCnt="0"/>
      <dgm:spPr/>
    </dgm:pt>
    <dgm:pt modelId="{0263325F-C44E-4FBC-A760-C33F511CAE31}" type="pres">
      <dgm:prSet presAssocID="{310F6590-CB85-4278-8D4D-10AA7DB5AB0C}" presName="hierRoot1" presStyleCnt="0"/>
      <dgm:spPr/>
    </dgm:pt>
    <dgm:pt modelId="{0FC21991-5418-44AB-9848-C355D6A7E0A9}" type="pres">
      <dgm:prSet presAssocID="{310F6590-CB85-4278-8D4D-10AA7DB5AB0C}" presName="composite" presStyleCnt="0"/>
      <dgm:spPr/>
    </dgm:pt>
    <dgm:pt modelId="{B554D3F3-7F9A-46B3-8917-B637458BFC9C}" type="pres">
      <dgm:prSet presAssocID="{310F6590-CB85-4278-8D4D-10AA7DB5AB0C}" presName="background" presStyleLbl="node0" presStyleIdx="1" presStyleCnt="3"/>
      <dgm:spPr/>
    </dgm:pt>
    <dgm:pt modelId="{11141B16-737F-4A6B-8B19-9348E610DC76}" type="pres">
      <dgm:prSet presAssocID="{310F6590-CB85-4278-8D4D-10AA7DB5AB0C}" presName="text" presStyleLbl="fgAcc0" presStyleIdx="1" presStyleCnt="3">
        <dgm:presLayoutVars>
          <dgm:chPref val="3"/>
        </dgm:presLayoutVars>
      </dgm:prSet>
      <dgm:spPr/>
    </dgm:pt>
    <dgm:pt modelId="{7AF22D13-862E-4D03-B1B3-339B74A55AC5}" type="pres">
      <dgm:prSet presAssocID="{310F6590-CB85-4278-8D4D-10AA7DB5AB0C}" presName="hierChild2" presStyleCnt="0"/>
      <dgm:spPr/>
    </dgm:pt>
    <dgm:pt modelId="{FA9905FA-609A-4858-95DB-7FE920194B3F}" type="pres">
      <dgm:prSet presAssocID="{82E0E1E7-EDA5-4F63-99C2-EF7D0A395E83}" presName="hierRoot1" presStyleCnt="0"/>
      <dgm:spPr/>
    </dgm:pt>
    <dgm:pt modelId="{F784DF6C-B921-4E8C-8AD6-422225CDFA74}" type="pres">
      <dgm:prSet presAssocID="{82E0E1E7-EDA5-4F63-99C2-EF7D0A395E83}" presName="composite" presStyleCnt="0"/>
      <dgm:spPr/>
    </dgm:pt>
    <dgm:pt modelId="{5BBBCA12-BCEF-4878-A0FE-9BEEFB9F0D57}" type="pres">
      <dgm:prSet presAssocID="{82E0E1E7-EDA5-4F63-99C2-EF7D0A395E83}" presName="background" presStyleLbl="node0" presStyleIdx="2" presStyleCnt="3"/>
      <dgm:spPr/>
    </dgm:pt>
    <dgm:pt modelId="{D86667AF-EF25-45B8-BF9F-167A46E0C38D}" type="pres">
      <dgm:prSet presAssocID="{82E0E1E7-EDA5-4F63-99C2-EF7D0A395E83}" presName="text" presStyleLbl="fgAcc0" presStyleIdx="2" presStyleCnt="3">
        <dgm:presLayoutVars>
          <dgm:chPref val="3"/>
        </dgm:presLayoutVars>
      </dgm:prSet>
      <dgm:spPr/>
    </dgm:pt>
    <dgm:pt modelId="{2461634D-CDB5-4AD2-B08D-4E59A593E8CC}" type="pres">
      <dgm:prSet presAssocID="{82E0E1E7-EDA5-4F63-99C2-EF7D0A395E83}" presName="hierChild2" presStyleCnt="0"/>
      <dgm:spPr/>
    </dgm:pt>
  </dgm:ptLst>
  <dgm:cxnLst>
    <dgm:cxn modelId="{D456A70E-4E16-4576-B00C-27F053DD100C}" type="presOf" srcId="{310F6590-CB85-4278-8D4D-10AA7DB5AB0C}" destId="{11141B16-737F-4A6B-8B19-9348E610DC76}" srcOrd="0" destOrd="0" presId="urn:microsoft.com/office/officeart/2005/8/layout/hierarchy1"/>
    <dgm:cxn modelId="{98FB0718-D5C9-4899-B953-FFDE298CBBB2}" type="presOf" srcId="{82E0E1E7-EDA5-4F63-99C2-EF7D0A395E83}" destId="{D86667AF-EF25-45B8-BF9F-167A46E0C38D}" srcOrd="0" destOrd="0" presId="urn:microsoft.com/office/officeart/2005/8/layout/hierarchy1"/>
    <dgm:cxn modelId="{D6EA171F-D2C5-43F1-9851-DD82BCB72169}" type="presOf" srcId="{61E4EB4E-3CCE-4A40-82E2-12D544ABD239}" destId="{CF5A85D3-9526-4467-B106-AE4FC21CC632}" srcOrd="0" destOrd="0" presId="urn:microsoft.com/office/officeart/2005/8/layout/hierarchy1"/>
    <dgm:cxn modelId="{9EA75559-1336-49FB-99CD-5A07C5A04BC7}" type="presOf" srcId="{096CBA84-813D-40F8-BE82-D7EE400D7196}" destId="{C56DBE89-08AF-493C-8F64-819717139844}" srcOrd="0" destOrd="0" presId="urn:microsoft.com/office/officeart/2005/8/layout/hierarchy1"/>
    <dgm:cxn modelId="{FF207F90-F9CF-4A46-8434-57CFC3AC8785}" srcId="{61E4EB4E-3CCE-4A40-82E2-12D544ABD239}" destId="{82E0E1E7-EDA5-4F63-99C2-EF7D0A395E83}" srcOrd="2" destOrd="0" parTransId="{FB76A9FA-7328-4049-8453-FE464AD9BC3D}" sibTransId="{EC71AE51-EAEA-4246-935B-3739E1B957AE}"/>
    <dgm:cxn modelId="{2D091E96-04A6-402B-AB37-1E2770E7AABE}" srcId="{61E4EB4E-3CCE-4A40-82E2-12D544ABD239}" destId="{310F6590-CB85-4278-8D4D-10AA7DB5AB0C}" srcOrd="1" destOrd="0" parTransId="{80AFE86F-B023-48D0-93E0-7E74AEA64D2B}" sibTransId="{1EFEC955-4579-4F5D-9886-BF67A0FC01DF}"/>
    <dgm:cxn modelId="{E61B60D2-8A65-4CE4-B488-8DB3869854E8}" srcId="{61E4EB4E-3CCE-4A40-82E2-12D544ABD239}" destId="{096CBA84-813D-40F8-BE82-D7EE400D7196}" srcOrd="0" destOrd="0" parTransId="{D7354DFD-1334-476B-8E0D-21FAA4797ACE}" sibTransId="{AEB41832-7FAF-4E82-85DA-7753DBCC6604}"/>
    <dgm:cxn modelId="{967ADE4E-3266-4131-9DB7-8DE6586B01BE}" type="presParOf" srcId="{CF5A85D3-9526-4467-B106-AE4FC21CC632}" destId="{36DB9C03-65F0-4615-BE88-31587C15377C}" srcOrd="0" destOrd="0" presId="urn:microsoft.com/office/officeart/2005/8/layout/hierarchy1"/>
    <dgm:cxn modelId="{F5343FC5-D7E0-4BEA-8D97-F7A186A7EBD3}" type="presParOf" srcId="{36DB9C03-65F0-4615-BE88-31587C15377C}" destId="{182772F4-0622-4E33-BBB3-84B55B26BE80}" srcOrd="0" destOrd="0" presId="urn:microsoft.com/office/officeart/2005/8/layout/hierarchy1"/>
    <dgm:cxn modelId="{1D8727F4-2684-46F4-BDA3-2E8C78149ED2}" type="presParOf" srcId="{182772F4-0622-4E33-BBB3-84B55B26BE80}" destId="{F5CDFA0C-95E4-48A1-9788-638C1393FD9F}" srcOrd="0" destOrd="0" presId="urn:microsoft.com/office/officeart/2005/8/layout/hierarchy1"/>
    <dgm:cxn modelId="{6919B979-5259-4EB0-81DF-8F9183CE84EE}" type="presParOf" srcId="{182772F4-0622-4E33-BBB3-84B55B26BE80}" destId="{C56DBE89-08AF-493C-8F64-819717139844}" srcOrd="1" destOrd="0" presId="urn:microsoft.com/office/officeart/2005/8/layout/hierarchy1"/>
    <dgm:cxn modelId="{C0BF7ACE-0EEC-432C-BA6D-1E1F6D0F80EA}" type="presParOf" srcId="{36DB9C03-65F0-4615-BE88-31587C15377C}" destId="{C1683471-57B3-42BD-8CB5-BC4132D45C2A}" srcOrd="1" destOrd="0" presId="urn:microsoft.com/office/officeart/2005/8/layout/hierarchy1"/>
    <dgm:cxn modelId="{241064BD-13EC-468C-B3DB-6215C4857244}" type="presParOf" srcId="{CF5A85D3-9526-4467-B106-AE4FC21CC632}" destId="{0263325F-C44E-4FBC-A760-C33F511CAE31}" srcOrd="1" destOrd="0" presId="urn:microsoft.com/office/officeart/2005/8/layout/hierarchy1"/>
    <dgm:cxn modelId="{751A8CC1-909F-4E3E-B269-AA061D9ADD34}" type="presParOf" srcId="{0263325F-C44E-4FBC-A760-C33F511CAE31}" destId="{0FC21991-5418-44AB-9848-C355D6A7E0A9}" srcOrd="0" destOrd="0" presId="urn:microsoft.com/office/officeart/2005/8/layout/hierarchy1"/>
    <dgm:cxn modelId="{AAC64584-1984-46DB-B333-B32A2CF2110F}" type="presParOf" srcId="{0FC21991-5418-44AB-9848-C355D6A7E0A9}" destId="{B554D3F3-7F9A-46B3-8917-B637458BFC9C}" srcOrd="0" destOrd="0" presId="urn:microsoft.com/office/officeart/2005/8/layout/hierarchy1"/>
    <dgm:cxn modelId="{19D39DA3-B894-4F19-8493-CCC78A6FCF86}" type="presParOf" srcId="{0FC21991-5418-44AB-9848-C355D6A7E0A9}" destId="{11141B16-737F-4A6B-8B19-9348E610DC76}" srcOrd="1" destOrd="0" presId="urn:microsoft.com/office/officeart/2005/8/layout/hierarchy1"/>
    <dgm:cxn modelId="{1FBC6BA8-7236-4CC2-AD2E-DC48DAF9B452}" type="presParOf" srcId="{0263325F-C44E-4FBC-A760-C33F511CAE31}" destId="{7AF22D13-862E-4D03-B1B3-339B74A55AC5}" srcOrd="1" destOrd="0" presId="urn:microsoft.com/office/officeart/2005/8/layout/hierarchy1"/>
    <dgm:cxn modelId="{82D8FDAA-AAC8-4A08-81EB-07942CD72C57}" type="presParOf" srcId="{CF5A85D3-9526-4467-B106-AE4FC21CC632}" destId="{FA9905FA-609A-4858-95DB-7FE920194B3F}" srcOrd="2" destOrd="0" presId="urn:microsoft.com/office/officeart/2005/8/layout/hierarchy1"/>
    <dgm:cxn modelId="{E7FA846B-232D-4772-8271-D34FE3C7F879}" type="presParOf" srcId="{FA9905FA-609A-4858-95DB-7FE920194B3F}" destId="{F784DF6C-B921-4E8C-8AD6-422225CDFA74}" srcOrd="0" destOrd="0" presId="urn:microsoft.com/office/officeart/2005/8/layout/hierarchy1"/>
    <dgm:cxn modelId="{6EFB695F-1C1D-44F8-9FE1-C1478F49B9F6}" type="presParOf" srcId="{F784DF6C-B921-4E8C-8AD6-422225CDFA74}" destId="{5BBBCA12-BCEF-4878-A0FE-9BEEFB9F0D57}" srcOrd="0" destOrd="0" presId="urn:microsoft.com/office/officeart/2005/8/layout/hierarchy1"/>
    <dgm:cxn modelId="{09775115-12E7-4658-A19D-C1B9BA4EF253}" type="presParOf" srcId="{F784DF6C-B921-4E8C-8AD6-422225CDFA74}" destId="{D86667AF-EF25-45B8-BF9F-167A46E0C38D}" srcOrd="1" destOrd="0" presId="urn:microsoft.com/office/officeart/2005/8/layout/hierarchy1"/>
    <dgm:cxn modelId="{1B2E6D33-CBCF-4CE4-BC4B-EC6988633DF0}" type="presParOf" srcId="{FA9905FA-609A-4858-95DB-7FE920194B3F}" destId="{2461634D-CDB5-4AD2-B08D-4E59A593E8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DFA0C-95E4-48A1-9788-638C1393FD9F}">
      <dsp:nvSpPr>
        <dsp:cNvPr id="0" name=""/>
        <dsp:cNvSpPr/>
      </dsp:nvSpPr>
      <dsp:spPr>
        <a:xfrm>
          <a:off x="2779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DBE89-08AF-493C-8F64-819717139844}">
      <dsp:nvSpPr>
        <dsp:cNvPr id="0" name=""/>
        <dsp:cNvSpPr/>
      </dsp:nvSpPr>
      <dsp:spPr>
        <a:xfrm>
          <a:off x="223275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organisiert sein</a:t>
          </a:r>
          <a:endParaRPr lang="en-US" sz="2000" kern="1200"/>
        </a:p>
      </dsp:txBody>
      <dsp:txXfrm>
        <a:off x="260183" y="1470624"/>
        <a:ext cx="1910650" cy="1186320"/>
      </dsp:txXfrm>
    </dsp:sp>
    <dsp:sp modelId="{B554D3F3-7F9A-46B3-8917-B637458BFC9C}">
      <dsp:nvSpPr>
        <dsp:cNvPr id="0" name=""/>
        <dsp:cNvSpPr/>
      </dsp:nvSpPr>
      <dsp:spPr>
        <a:xfrm>
          <a:off x="2428239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41B16-737F-4A6B-8B19-9348E610DC76}">
      <dsp:nvSpPr>
        <dsp:cNvPr id="0" name=""/>
        <dsp:cNvSpPr/>
      </dsp:nvSpPr>
      <dsp:spPr>
        <a:xfrm>
          <a:off x="2648735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Sicherheitsregeln des Ateliers halten</a:t>
          </a:r>
          <a:endParaRPr lang="en-US" sz="2000" kern="1200"/>
        </a:p>
      </dsp:txBody>
      <dsp:txXfrm>
        <a:off x="2685643" y="1470624"/>
        <a:ext cx="1910650" cy="1186320"/>
      </dsp:txXfrm>
    </dsp:sp>
    <dsp:sp modelId="{5BBBCA12-BCEF-4878-A0FE-9BEEFB9F0D57}">
      <dsp:nvSpPr>
        <dsp:cNvPr id="0" name=""/>
        <dsp:cNvSpPr/>
      </dsp:nvSpPr>
      <dsp:spPr>
        <a:xfrm>
          <a:off x="4853698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667AF-EF25-45B8-BF9F-167A46E0C38D}">
      <dsp:nvSpPr>
        <dsp:cNvPr id="0" name=""/>
        <dsp:cNvSpPr/>
      </dsp:nvSpPr>
      <dsp:spPr>
        <a:xfrm>
          <a:off x="5074194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sauber Arbeiten</a:t>
          </a:r>
          <a:endParaRPr lang="en-US" sz="2000" kern="1200"/>
        </a:p>
      </dsp:txBody>
      <dsp:txXfrm>
        <a:off x="5111102" y="1470624"/>
        <a:ext cx="1910650" cy="1186320"/>
      </dsp:txXfrm>
    </dsp:sp>
    <dsp:sp modelId="{FD6F3757-997E-47BB-BD82-283CA0EA2CD1}">
      <dsp:nvSpPr>
        <dsp:cNvPr id="0" name=""/>
        <dsp:cNvSpPr/>
      </dsp:nvSpPr>
      <dsp:spPr>
        <a:xfrm>
          <a:off x="7279158" y="1224244"/>
          <a:ext cx="1984466" cy="12601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D6CB7-A1BF-4AC0-BB8A-DCB722DBFCAE}">
      <dsp:nvSpPr>
        <dsp:cNvPr id="0" name=""/>
        <dsp:cNvSpPr/>
      </dsp:nvSpPr>
      <dsp:spPr>
        <a:xfrm>
          <a:off x="7499654" y="1433716"/>
          <a:ext cx="1984466" cy="126013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/>
            <a:t>Arbeit planen</a:t>
          </a:r>
          <a:endParaRPr lang="en-US" sz="2000" kern="1200"/>
        </a:p>
      </dsp:txBody>
      <dsp:txXfrm>
        <a:off x="7536562" y="1470624"/>
        <a:ext cx="1910650" cy="1186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CDFA0C-95E4-48A1-9788-638C1393FD9F}">
      <dsp:nvSpPr>
        <dsp:cNvPr id="0" name=""/>
        <dsp:cNvSpPr/>
      </dsp:nvSpPr>
      <dsp:spPr>
        <a:xfrm>
          <a:off x="0" y="971077"/>
          <a:ext cx="2668190" cy="1694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DBE89-08AF-493C-8F64-819717139844}">
      <dsp:nvSpPr>
        <dsp:cNvPr id="0" name=""/>
        <dsp:cNvSpPr/>
      </dsp:nvSpPr>
      <dsp:spPr>
        <a:xfrm>
          <a:off x="296465" y="1252719"/>
          <a:ext cx="2668190" cy="16943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/>
            <a:t>organisiert sein</a:t>
          </a:r>
          <a:endParaRPr lang="en-US" sz="2600" kern="1200"/>
        </a:p>
      </dsp:txBody>
      <dsp:txXfrm>
        <a:off x="346089" y="1302343"/>
        <a:ext cx="2568942" cy="1595053"/>
      </dsp:txXfrm>
    </dsp:sp>
    <dsp:sp modelId="{B554D3F3-7F9A-46B3-8917-B637458BFC9C}">
      <dsp:nvSpPr>
        <dsp:cNvPr id="0" name=""/>
        <dsp:cNvSpPr/>
      </dsp:nvSpPr>
      <dsp:spPr>
        <a:xfrm>
          <a:off x="3261122" y="971077"/>
          <a:ext cx="2668190" cy="1694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141B16-737F-4A6B-8B19-9348E610DC76}">
      <dsp:nvSpPr>
        <dsp:cNvPr id="0" name=""/>
        <dsp:cNvSpPr/>
      </dsp:nvSpPr>
      <dsp:spPr>
        <a:xfrm>
          <a:off x="3557587" y="1252719"/>
          <a:ext cx="2668190" cy="16943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User </a:t>
          </a:r>
          <a:r>
            <a:rPr lang="de-DE" sz="2600" kern="1200" dirty="0" err="1"/>
            <a:t>story</a:t>
          </a:r>
          <a:r>
            <a:rPr lang="de-DE" sz="2600" kern="1200" dirty="0"/>
            <a:t> planen (Wann und was ich mache)</a:t>
          </a:r>
          <a:endParaRPr lang="en-US" sz="2600" kern="1200" dirty="0"/>
        </a:p>
      </dsp:txBody>
      <dsp:txXfrm>
        <a:off x="3607211" y="1302343"/>
        <a:ext cx="2568942" cy="1595053"/>
      </dsp:txXfrm>
    </dsp:sp>
    <dsp:sp modelId="{5BBBCA12-BCEF-4878-A0FE-9BEEFB9F0D57}">
      <dsp:nvSpPr>
        <dsp:cNvPr id="0" name=""/>
        <dsp:cNvSpPr/>
      </dsp:nvSpPr>
      <dsp:spPr>
        <a:xfrm>
          <a:off x="6522244" y="971077"/>
          <a:ext cx="2668190" cy="16943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667AF-EF25-45B8-BF9F-167A46E0C38D}">
      <dsp:nvSpPr>
        <dsp:cNvPr id="0" name=""/>
        <dsp:cNvSpPr/>
      </dsp:nvSpPr>
      <dsp:spPr>
        <a:xfrm>
          <a:off x="6818710" y="1252719"/>
          <a:ext cx="2668190" cy="169430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kern="1200" dirty="0"/>
            <a:t>Im Internet recherchieren (neue Ideen)</a:t>
          </a:r>
          <a:endParaRPr lang="en-US" sz="2600" kern="1200" dirty="0"/>
        </a:p>
      </dsp:txBody>
      <dsp:txXfrm>
        <a:off x="6868334" y="1302343"/>
        <a:ext cx="2568942" cy="15950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1/31/2023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557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218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9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1/31/2023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200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1/31/2023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53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1/31/2023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92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1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18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5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8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63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07C8AC1-15C9-DB1C-38A3-1922ADCD65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4953282"/>
            <a:ext cx="6781800" cy="7611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de-DE" sz="1900"/>
              <a:t>Pereira Moreira Hugo Emanuel</a:t>
            </a:r>
          </a:p>
          <a:p>
            <a:pPr>
              <a:lnSpc>
                <a:spcPct val="90000"/>
              </a:lnSpc>
            </a:pPr>
            <a:r>
              <a:rPr lang="de-DE" sz="1900"/>
              <a:t>1TPIF</a:t>
            </a:r>
            <a:endParaRPr lang="en-GB" sz="190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019FAD-D535-00ED-30E6-E5A7B8870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732" y="1716133"/>
            <a:ext cx="5500468" cy="1534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70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C9860E-7947-0D8B-8009-3673669A8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722613"/>
            <a:ext cx="9486900" cy="734424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EBC176E-11F9-5323-67B0-B4A1037AB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907" y="1577916"/>
            <a:ext cx="5324186" cy="370216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1A07AFC2-25F0-62C2-1479-41EA14783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1593" y="1577916"/>
            <a:ext cx="1424491" cy="142449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CF827A80-FAE6-8160-8F1F-DAB18D63E0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084" y="1577916"/>
            <a:ext cx="1424490" cy="142449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9474100-4C6A-EC2C-82E9-9E46C2C47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0575" y="1577916"/>
            <a:ext cx="1424490" cy="1424490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F633D452-045D-2E22-50E3-D64D328665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17126" flipV="1">
            <a:off x="10101806" y="2716754"/>
            <a:ext cx="1463926" cy="1424490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7814E667-C467-2ADE-71E8-2DDEEBB809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2265" y="3855591"/>
            <a:ext cx="1424491" cy="142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244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64369-D7E1-A7AF-B9D4-DE85416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83854"/>
            <a:ext cx="9486900" cy="773545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Atelier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414C359-0F9B-65CE-A94F-AB02A97C3FC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599" y="2254103"/>
          <a:ext cx="9486901" cy="391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6901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74D7E4-A76B-83B2-7F39-924A4848D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311084"/>
            <a:ext cx="9486900" cy="1208988"/>
          </a:xfrm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1: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Leiterplatte &amp; Flachbandkabel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4152E3-4CF5-F64A-7490-3E64F40D7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63" y="2245725"/>
            <a:ext cx="3672033" cy="3918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u="sng" dirty="0"/>
              <a:t>Vorgehensweise</a:t>
            </a:r>
          </a:p>
          <a:p>
            <a:r>
              <a:rPr lang="de-DE" dirty="0"/>
              <a:t>Checkliste zur Bestätigung, dass ich das gesamte Material habe</a:t>
            </a:r>
          </a:p>
          <a:p>
            <a:r>
              <a:rPr lang="de-DE" dirty="0"/>
              <a:t>Überprüfung auf beschädigte Komponenten</a:t>
            </a:r>
          </a:p>
          <a:p>
            <a:r>
              <a:rPr lang="de-DE" dirty="0"/>
              <a:t>saubere Arbeit</a:t>
            </a:r>
          </a:p>
          <a:p>
            <a:r>
              <a:rPr lang="de-DE" dirty="0"/>
              <a:t>kleinere Bauteile als erstes löten</a:t>
            </a:r>
            <a:endParaRPr lang="en-GB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36E91DA-A876-F72B-3DE5-56C2725DD419}"/>
              </a:ext>
            </a:extLst>
          </p:cNvPr>
          <p:cNvSpPr txBox="1">
            <a:spLocks/>
          </p:cNvSpPr>
          <p:nvPr/>
        </p:nvSpPr>
        <p:spPr>
          <a:xfrm>
            <a:off x="4483965" y="2263768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Fehler</a:t>
            </a:r>
          </a:p>
          <a:p>
            <a:r>
              <a:rPr lang="de-DE" dirty="0"/>
              <a:t>Beim löten habe ich die 3 Pins vom LED zusammengelötet.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B3DC3629-FDC2-9DD4-20BA-202D1ADF5378}"/>
              </a:ext>
            </a:extLst>
          </p:cNvPr>
          <p:cNvSpPr txBox="1">
            <a:spLocks/>
          </p:cNvSpPr>
          <p:nvPr/>
        </p:nvSpPr>
        <p:spPr>
          <a:xfrm>
            <a:off x="8307530" y="2263768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 err="1"/>
              <a:t>Verbessergungen</a:t>
            </a:r>
            <a:endParaRPr lang="de-DE" b="1" u="sng" dirty="0"/>
          </a:p>
          <a:p>
            <a:r>
              <a:rPr lang="de-DE" dirty="0"/>
              <a:t>das Lötzinn erhitzen, um es herausnehmen zu können</a:t>
            </a:r>
          </a:p>
          <a:p>
            <a:r>
              <a:rPr lang="de-DE" dirty="0"/>
              <a:t>wieder löten</a:t>
            </a:r>
          </a:p>
          <a:p>
            <a:r>
              <a:rPr lang="de-DE" dirty="0"/>
              <a:t>langsamer arbeiten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A4904A9-DA68-C8CE-0ADB-DE9529FC7B27}"/>
              </a:ext>
            </a:extLst>
          </p:cNvPr>
          <p:cNvGrpSpPr/>
          <p:nvPr/>
        </p:nvGrpSpPr>
        <p:grpSpPr>
          <a:xfrm>
            <a:off x="923192" y="2430244"/>
            <a:ext cx="10383715" cy="3275964"/>
            <a:chOff x="1882953" y="2809546"/>
            <a:chExt cx="8426099" cy="2196669"/>
          </a:xfrm>
        </p:grpSpPr>
        <p:pic>
          <p:nvPicPr>
            <p:cNvPr id="11" name="Grafik 10" descr="Ein Bild, das Text, Elektronik, Schaltkreis enthält.&#10;&#10;Automatisch generierte Beschreibung">
              <a:extLst>
                <a:ext uri="{FF2B5EF4-FFF2-40B4-BE49-F238E27FC236}">
                  <a16:creationId xmlns:a16="http://schemas.microsoft.com/office/drawing/2014/main" id="{586228CD-5EC8-4D04-72F1-FC0E5423E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2737212" y="1955287"/>
              <a:ext cx="2196667" cy="3905186"/>
            </a:xfrm>
            <a:prstGeom prst="rect">
              <a:avLst/>
            </a:prstGeom>
          </p:spPr>
        </p:pic>
        <p:pic>
          <p:nvPicPr>
            <p:cNvPr id="13" name="Grafik 12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A7000C6A-76AD-CA3E-1BFC-DFE49DF95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7258123" y="1955286"/>
              <a:ext cx="2196669" cy="39051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3473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0.93295 0.007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41" y="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7319E3-AF19-A3CF-D390-5750501A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2550" y="216815"/>
            <a:ext cx="9486900" cy="1199561"/>
          </a:xfrm>
        </p:spPr>
        <p:txBody>
          <a:bodyPr>
            <a:norm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2: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PVC-Platte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ACA8D50-300F-6015-2023-347432517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63" y="2245725"/>
            <a:ext cx="3672033" cy="3918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u="sng" dirty="0"/>
              <a:t>Vorgehensweise</a:t>
            </a:r>
          </a:p>
          <a:p>
            <a:r>
              <a:rPr lang="de-DE" dirty="0"/>
              <a:t>User </a:t>
            </a:r>
            <a:r>
              <a:rPr lang="de-DE" dirty="0" err="1"/>
              <a:t>story</a:t>
            </a:r>
            <a:r>
              <a:rPr lang="de-DE" dirty="0"/>
              <a:t> planen</a:t>
            </a:r>
          </a:p>
          <a:p>
            <a:r>
              <a:rPr lang="de-DE" dirty="0"/>
              <a:t>Löcher bohren</a:t>
            </a:r>
          </a:p>
          <a:p>
            <a:r>
              <a:rPr lang="de-DE" dirty="0"/>
              <a:t>Löcher entgraten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81344275-6AB9-53B3-B5E2-BE2761288A79}"/>
              </a:ext>
            </a:extLst>
          </p:cNvPr>
          <p:cNvSpPr txBox="1">
            <a:spLocks/>
          </p:cNvSpPr>
          <p:nvPr/>
        </p:nvSpPr>
        <p:spPr>
          <a:xfrm>
            <a:off x="4399973" y="2245725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Fehler</a:t>
            </a:r>
          </a:p>
          <a:p>
            <a:r>
              <a:rPr lang="de-DE" dirty="0"/>
              <a:t>unnötige großen Linien markiert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6B3DB4E-9908-D06F-56A2-E34CCA7E4F85}"/>
              </a:ext>
            </a:extLst>
          </p:cNvPr>
          <p:cNvSpPr txBox="1">
            <a:spLocks/>
          </p:cNvSpPr>
          <p:nvPr/>
        </p:nvSpPr>
        <p:spPr>
          <a:xfrm>
            <a:off x="447961" y="4025479"/>
            <a:ext cx="2645602" cy="36387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Verbesserung</a:t>
            </a:r>
          </a:p>
          <a:p>
            <a:r>
              <a:rPr lang="de-DE" dirty="0"/>
              <a:t>sauberer machen</a:t>
            </a:r>
          </a:p>
          <a:p>
            <a:r>
              <a:rPr lang="de-DE" dirty="0"/>
              <a:t>keine unnötige Linien machen</a:t>
            </a:r>
          </a:p>
        </p:txBody>
      </p:sp>
      <p:pic>
        <p:nvPicPr>
          <p:cNvPr id="8" name="Grafik 7" descr="Ein Bild, das Text, Elektronik enthält.&#10;&#10;Automatisch generierte Beschreibung">
            <a:extLst>
              <a:ext uri="{FF2B5EF4-FFF2-40B4-BE49-F238E27FC236}">
                <a16:creationId xmlns:a16="http://schemas.microsoft.com/office/drawing/2014/main" id="{C3E74465-43E7-0817-83C7-DFF7632519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1" t="9796" r="11624" b="8251"/>
          <a:stretch/>
        </p:blipFill>
        <p:spPr>
          <a:xfrm>
            <a:off x="3093563" y="1887134"/>
            <a:ext cx="6004874" cy="3638747"/>
          </a:xfrm>
          <a:prstGeom prst="rect">
            <a:avLst/>
          </a:prstGeom>
        </p:spPr>
      </p:pic>
      <p:pic>
        <p:nvPicPr>
          <p:cNvPr id="9" name="Grafik 8" descr="Ein Bild, das Text, Elektronik enthält.&#10;&#10;Automatisch generierte Beschreibung">
            <a:extLst>
              <a:ext uri="{FF2B5EF4-FFF2-40B4-BE49-F238E27FC236}">
                <a16:creationId xmlns:a16="http://schemas.microsoft.com/office/drawing/2014/main" id="{0C2B1350-FC99-CFE1-4A08-AF79834012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1" t="9796" r="11624" b="8251"/>
          <a:stretch/>
        </p:blipFill>
        <p:spPr>
          <a:xfrm>
            <a:off x="12219159" y="1796598"/>
            <a:ext cx="6004874" cy="363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513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40741E-7 L 0.75352 -0.012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669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0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4" dur="2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2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2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7037E-7 L -0.25 3.7037E-7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 L -0.35416 -0.02662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669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81481E-6 L -0.68334 0.01667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167" y="8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 uiExpand="1" build="p"/>
      <p:bldP spid="5" grpId="0" uiExpand="1" build="p"/>
      <p:bldP spid="5" grpId="1" uiExpand="1" build="allAtOnce"/>
      <p:bldP spid="6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>
            <a:extLst>
              <a:ext uri="{FF2B5EF4-FFF2-40B4-BE49-F238E27FC236}">
                <a16:creationId xmlns:a16="http://schemas.microsoft.com/office/drawing/2014/main" id="{54E3D3C9-27C1-D073-FAAA-3D253EDFD938}"/>
              </a:ext>
            </a:extLst>
          </p:cNvPr>
          <p:cNvSpPr txBox="1">
            <a:spLocks/>
          </p:cNvSpPr>
          <p:nvPr/>
        </p:nvSpPr>
        <p:spPr>
          <a:xfrm>
            <a:off x="1352550" y="216815"/>
            <a:ext cx="9486900" cy="1199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3: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Blechhalterung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C3800F08-D5DA-A4FD-5F81-A132FA18E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63" y="2245725"/>
            <a:ext cx="3672033" cy="39180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u="sng" dirty="0"/>
              <a:t>Vorgehensweise</a:t>
            </a:r>
          </a:p>
          <a:p>
            <a:r>
              <a:rPr lang="de-DE" dirty="0"/>
              <a:t>User </a:t>
            </a:r>
            <a:r>
              <a:rPr lang="de-DE" dirty="0" err="1"/>
              <a:t>story</a:t>
            </a:r>
            <a:r>
              <a:rPr lang="de-DE" dirty="0"/>
              <a:t> planen</a:t>
            </a:r>
          </a:p>
          <a:p>
            <a:r>
              <a:rPr lang="de-DE" dirty="0"/>
              <a:t>Löcher bohren</a:t>
            </a:r>
          </a:p>
          <a:p>
            <a:r>
              <a:rPr lang="de-DE" dirty="0"/>
              <a:t>Löcher entgraten</a:t>
            </a:r>
          </a:p>
          <a:p>
            <a:r>
              <a:rPr lang="de-DE" dirty="0"/>
              <a:t>Biegen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A6FD15F-AEDC-2123-C3D1-6FA947680DBE}"/>
              </a:ext>
            </a:extLst>
          </p:cNvPr>
          <p:cNvSpPr txBox="1">
            <a:spLocks/>
          </p:cNvSpPr>
          <p:nvPr/>
        </p:nvSpPr>
        <p:spPr>
          <a:xfrm>
            <a:off x="12402066" y="2245725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u="sng" dirty="0"/>
              <a:t>Erfolgreiche Arbeit</a:t>
            </a:r>
          </a:p>
          <a:p>
            <a:r>
              <a:rPr lang="de-DE" dirty="0"/>
              <a:t>saubere Arbeit</a:t>
            </a:r>
          </a:p>
          <a:p>
            <a:r>
              <a:rPr lang="de-DE" dirty="0"/>
              <a:t>gute Bohrungen</a:t>
            </a:r>
          </a:p>
          <a:p>
            <a:r>
              <a:rPr lang="de-DE" dirty="0"/>
              <a:t>90 Grad </a:t>
            </a:r>
            <a:r>
              <a:rPr lang="de-DE" dirty="0" err="1"/>
              <a:t>gebohren</a:t>
            </a:r>
            <a:endParaRPr lang="de-DE" dirty="0"/>
          </a:p>
        </p:txBody>
      </p:sp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92499442-BBD5-ED57-2CBC-28A602BFD5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015061" y="5915367"/>
            <a:ext cx="3047459" cy="5417704"/>
          </a:xfrm>
          <a:prstGeom prst="rect">
            <a:avLst/>
          </a:prstGeom>
        </p:spPr>
      </p:pic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AF8943A4-C54F-C07A-6DE4-8773D4D75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356060" y="658798"/>
            <a:ext cx="3521940" cy="626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75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7037E-6 L 0.03464 0.7048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4" y="36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59259E-6 L 0.02969 -0.7034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4" y="-3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38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6" dur="2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0" dur="2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54" dur="2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44444E-6 L -0.99544 -0.00069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77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7" grpId="1" build="p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6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E64369-D7E1-A7AF-B9D4-DE854165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283854"/>
            <a:ext cx="9486900" cy="773545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de-DE" sz="3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Labo</a:t>
            </a:r>
            <a:endParaRPr lang="en-GB" sz="36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2414C359-0F9B-65CE-A94F-AB02A97C3F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5625866"/>
              </p:ext>
            </p:extLst>
          </p:nvPr>
        </p:nvGraphicFramePr>
        <p:xfrm>
          <a:off x="1371599" y="2254103"/>
          <a:ext cx="9486901" cy="39180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4513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FDA1726-B330-4CF5-74B2-2B67C8189F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384" y="1990153"/>
            <a:ext cx="5236590" cy="391809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u="sng" dirty="0"/>
              <a:t>Vorgehensweise</a:t>
            </a:r>
          </a:p>
          <a:p>
            <a:r>
              <a:rPr lang="de-DE" dirty="0"/>
              <a:t>wichtige Punkte im Arbeitsauftrag markieren</a:t>
            </a:r>
          </a:p>
          <a:p>
            <a:r>
              <a:rPr lang="de-DE" dirty="0"/>
              <a:t>Tabellen anlegen</a:t>
            </a:r>
          </a:p>
          <a:p>
            <a:r>
              <a:rPr lang="de-DE" dirty="0"/>
              <a:t>Auf Datentypen achten</a:t>
            </a:r>
          </a:p>
          <a:p>
            <a:r>
              <a:rPr lang="de-DE" dirty="0"/>
              <a:t>Tabellen verbinden</a:t>
            </a:r>
          </a:p>
          <a:p>
            <a:r>
              <a:rPr lang="de-DE" dirty="0"/>
              <a:t>Multiplizitäten setzen</a:t>
            </a:r>
          </a:p>
          <a:p>
            <a:r>
              <a:rPr lang="de-DE" dirty="0" err="1"/>
              <a:t>Phpmyadmin</a:t>
            </a:r>
            <a:r>
              <a:rPr lang="de-DE" dirty="0"/>
              <a:t> Daten ins </a:t>
            </a:r>
            <a:r>
              <a:rPr lang="de-DE" dirty="0" err="1"/>
              <a:t>datenbank</a:t>
            </a:r>
            <a:r>
              <a:rPr lang="de-DE" dirty="0"/>
              <a:t> hinzufügen</a:t>
            </a:r>
            <a:endParaRPr lang="en-GB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28F6399-037A-AF1F-3544-38A54A885265}"/>
              </a:ext>
            </a:extLst>
          </p:cNvPr>
          <p:cNvSpPr txBox="1">
            <a:spLocks/>
          </p:cNvSpPr>
          <p:nvPr/>
        </p:nvSpPr>
        <p:spPr>
          <a:xfrm>
            <a:off x="1352550" y="216815"/>
            <a:ext cx="9486900" cy="11995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 cap="all" spc="3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1: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Datenbank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ED3244F-1243-1A38-9218-D155604ABC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63"/>
          <a:stretch/>
        </p:blipFill>
        <p:spPr>
          <a:xfrm>
            <a:off x="6096000" y="2120003"/>
            <a:ext cx="5413841" cy="365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134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44BF90-128C-FA3F-A5F2-DD929877F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9832"/>
            <a:ext cx="9486900" cy="1233535"/>
          </a:xfrm>
        </p:spPr>
        <p:txBody>
          <a:bodyPr>
            <a:noAutofit/>
          </a:bodyPr>
          <a:lstStyle/>
          <a:p>
            <a:pPr algn="ctr"/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User Story 2:</a:t>
            </a:r>
            <a:b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de-DE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Webseite</a:t>
            </a:r>
            <a:br>
              <a:rPr lang="en-GB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GB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9E076B-7536-3F6D-22DB-B066FFF81CEC}"/>
              </a:ext>
            </a:extLst>
          </p:cNvPr>
          <p:cNvSpPr txBox="1">
            <a:spLocks/>
          </p:cNvSpPr>
          <p:nvPr/>
        </p:nvSpPr>
        <p:spPr>
          <a:xfrm>
            <a:off x="-3376794" y="2064655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Vorgehensweise</a:t>
            </a:r>
          </a:p>
          <a:p>
            <a:r>
              <a:rPr lang="de-DE" dirty="0" err="1"/>
              <a:t>Planning</a:t>
            </a:r>
            <a:r>
              <a:rPr lang="de-DE" dirty="0"/>
              <a:t> herstellen</a:t>
            </a:r>
          </a:p>
          <a:p>
            <a:r>
              <a:rPr lang="de-DE" dirty="0"/>
              <a:t>Den </a:t>
            </a:r>
            <a:r>
              <a:rPr lang="de-DE" dirty="0" err="1"/>
              <a:t>Planning</a:t>
            </a:r>
            <a:r>
              <a:rPr lang="de-DE" dirty="0"/>
              <a:t> folgen</a:t>
            </a:r>
          </a:p>
          <a:p>
            <a:r>
              <a:rPr lang="de-DE" dirty="0"/>
              <a:t>Programmieren</a:t>
            </a:r>
          </a:p>
          <a:p>
            <a:r>
              <a:rPr lang="de-DE" dirty="0"/>
              <a:t>Mich informieren</a:t>
            </a:r>
          </a:p>
          <a:p>
            <a:r>
              <a:rPr lang="de-DE" dirty="0"/>
              <a:t>Webseiten besuchen um Ideen zu sammeln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3EDD2964-6411-BF88-AA79-18A161960F97}"/>
              </a:ext>
            </a:extLst>
          </p:cNvPr>
          <p:cNvSpPr txBox="1">
            <a:spLocks/>
          </p:cNvSpPr>
          <p:nvPr/>
        </p:nvSpPr>
        <p:spPr>
          <a:xfrm>
            <a:off x="4930786" y="2255710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Schwierigkeiten</a:t>
            </a:r>
          </a:p>
          <a:p>
            <a:r>
              <a:rPr lang="de-DE" dirty="0"/>
              <a:t>Reservierungssystem</a:t>
            </a:r>
          </a:p>
          <a:p>
            <a:r>
              <a:rPr lang="de-DE" dirty="0"/>
              <a:t>Slot </a:t>
            </a:r>
            <a:r>
              <a:rPr lang="de-DE" dirty="0" err="1"/>
              <a:t>system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6A5CFAE-7648-EE86-1CCC-E2C551275E24}"/>
              </a:ext>
            </a:extLst>
          </p:cNvPr>
          <p:cNvSpPr txBox="1">
            <a:spLocks/>
          </p:cNvSpPr>
          <p:nvPr/>
        </p:nvSpPr>
        <p:spPr>
          <a:xfrm>
            <a:off x="4930786" y="2264298"/>
            <a:ext cx="3672033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SzPct val="70000"/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SzPct val="70000"/>
              <a:buFont typeface="Arial" panose="020B0604020202020204" pitchFamily="34" charset="0"/>
              <a:buChar char="•"/>
              <a:defRPr sz="1600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Was hat mir gefallen</a:t>
            </a:r>
          </a:p>
          <a:p>
            <a:r>
              <a:rPr lang="de-DE" dirty="0"/>
              <a:t>Reservierungssystem funktioniert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C4F36BD-832C-E351-801B-504AE8E2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063285"/>
            <a:ext cx="5013639" cy="5110919"/>
          </a:xfrm>
          <a:prstGeom prst="rect">
            <a:avLst/>
          </a:prstGeom>
        </p:spPr>
      </p:pic>
      <p:pic>
        <p:nvPicPr>
          <p:cNvPr id="1028" name="Picture 4" descr="✔️ Heavy Check Mark Emoji">
            <a:extLst>
              <a:ext uri="{FF2B5EF4-FFF2-40B4-BE49-F238E27FC236}">
                <a16:creationId xmlns:a16="http://schemas.microsoft.com/office/drawing/2014/main" id="{ADB9DC25-E3C5-6EEF-F589-90E7D7D02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7309" y="2549579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EA16442-DAC1-D68B-0E2E-F70F4F0B28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735" y="1637932"/>
            <a:ext cx="8880629" cy="477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3534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7.40741E-7 L 0.08437 -0.03403 C 0.10195 -0.04143 0.12786 -0.04537 0.15586 -0.04537 C 0.18698 -0.04537 0.21224 -0.04143 0.22982 -0.03403 L 0.31419 -7.40741E-7 " pathEditMode="relative" rAng="0" ptsTypes="AAAAA">
                                      <p:cBhvr>
                                        <p:cTn id="1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03" y="-22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3.7037E-6 L -0.00313 -0.8296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-414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3.33333E-6 L -0.35534 -0.00208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73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0.0051 L -0.08425 -0.04144 C -0.10183 -0.04954 -0.12813 -0.05394 -0.15573 -0.05394 C -0.18711 -0.05394 -0.21224 -0.04954 -0.22982 -0.04144 L -0.31394 -0.0051 " pathEditMode="relative" rAng="0" ptsTypes="AAAAA">
                                      <p:cBhvr>
                                        <p:cTn id="49" dur="2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03" y="-24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1FB7DE9-F562-4290-99B7-8C2189D6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54F8A8-7D5A-4944-8B6C-36BBF5C0F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54863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ABF9E2-D8A9-82F0-68E3-ACE138E55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687878"/>
            <a:ext cx="8115299" cy="12654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u="sng" kern="1200" cap="all" spc="300" baseline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Danke für eure Aufmerksamkeit.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419BB-9DE1-E0B1-F2BA-0BE685447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200" y="4953282"/>
            <a:ext cx="6781800" cy="76111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i="1" kern="120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Falls Fragen noch vorhanden sind, beantworte ich sie gerne.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0C39749-E737-E5D9-0FB8-54E9A4A0A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102" y="1371600"/>
            <a:ext cx="2223727" cy="2223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4228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ClassicFrameVTI">
  <a:themeElements>
    <a:clrScheme name="Custom 22">
      <a:dk1>
        <a:sysClr val="windowText" lastClr="000000"/>
      </a:dk1>
      <a:lt1>
        <a:sysClr val="window" lastClr="FFFFFF"/>
      </a:lt1>
      <a:dk2>
        <a:srgbClr val="293737"/>
      </a:dk2>
      <a:lt2>
        <a:srgbClr val="EEF2F0"/>
      </a:lt2>
      <a:accent1>
        <a:srgbClr val="749090"/>
      </a:accent1>
      <a:accent2>
        <a:srgbClr val="A5A5A5"/>
      </a:accent2>
      <a:accent3>
        <a:srgbClr val="91A39B"/>
      </a:accent3>
      <a:accent4>
        <a:srgbClr val="A9A698"/>
      </a:accent4>
      <a:accent5>
        <a:srgbClr val="A2A79A"/>
      </a:accent5>
      <a:accent6>
        <a:srgbClr val="897F65"/>
      </a:accent6>
      <a:hlink>
        <a:srgbClr val="92872F"/>
      </a:hlink>
      <a:folHlink>
        <a:srgbClr val="AB73A9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</Words>
  <Application>Microsoft Office PowerPoint</Application>
  <PresentationFormat>Breitbild</PresentationFormat>
  <Paragraphs>66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Goudy Old Style</vt:lpstr>
      <vt:lpstr>ClassicFrameVTI</vt:lpstr>
      <vt:lpstr>PowerPoint-Präsentation</vt:lpstr>
      <vt:lpstr>Intro</vt:lpstr>
      <vt:lpstr>Atelier</vt:lpstr>
      <vt:lpstr>User Story 1: Leiterplatte &amp; Flachbandkabel</vt:lpstr>
      <vt:lpstr>User Story 2: PVC-Platte</vt:lpstr>
      <vt:lpstr>PowerPoint-Präsentation</vt:lpstr>
      <vt:lpstr>Labo</vt:lpstr>
      <vt:lpstr>PowerPoint-Präsentation</vt:lpstr>
      <vt:lpstr>User Story 2: Webseite </vt:lpstr>
      <vt:lpstr>Danke für eure Aufmerksamkeit.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PEREIRA MOREIRA Hugo (LN)</dc:creator>
  <cp:lastModifiedBy>PEREIRA MOREIRA Hugo (LN)</cp:lastModifiedBy>
  <cp:revision>4</cp:revision>
  <dcterms:created xsi:type="dcterms:W3CDTF">2023-01-31T21:52:15Z</dcterms:created>
  <dcterms:modified xsi:type="dcterms:W3CDTF">2023-01-31T23:20:54Z</dcterms:modified>
</cp:coreProperties>
</file>