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449" autoAdjust="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E49AF5-65F2-4379-9EE1-879C8D4D80C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CA354F0-557F-4DF4-81EA-8E56319B5BE4}">
      <dgm:prSet/>
      <dgm:spPr/>
      <dgm:t>
        <a:bodyPr/>
        <a:lstStyle/>
        <a:p>
          <a:pPr>
            <a:defRPr b="1"/>
          </a:pPr>
          <a:r>
            <a:rPr lang="de-DE"/>
            <a:t>Intro</a:t>
          </a:r>
          <a:endParaRPr lang="en-US"/>
        </a:p>
      </dgm:t>
    </dgm:pt>
    <dgm:pt modelId="{229018E3-F119-47B9-A310-3A05B7ED448E}" type="parTrans" cxnId="{86F11516-F5ED-4CA9-AE3C-A09019F2085C}">
      <dgm:prSet/>
      <dgm:spPr/>
      <dgm:t>
        <a:bodyPr/>
        <a:lstStyle/>
        <a:p>
          <a:endParaRPr lang="en-US"/>
        </a:p>
      </dgm:t>
    </dgm:pt>
    <dgm:pt modelId="{A4341F49-BB77-4BB5-8FFC-4D741E3B006C}" type="sibTrans" cxnId="{86F11516-F5ED-4CA9-AE3C-A09019F2085C}">
      <dgm:prSet/>
      <dgm:spPr/>
      <dgm:t>
        <a:bodyPr/>
        <a:lstStyle/>
        <a:p>
          <a:endParaRPr lang="en-US"/>
        </a:p>
      </dgm:t>
    </dgm:pt>
    <dgm:pt modelId="{FFAC3A0F-6C9B-4DDF-A03C-8C8B2AC430D7}">
      <dgm:prSet/>
      <dgm:spPr/>
      <dgm:t>
        <a:bodyPr/>
        <a:lstStyle/>
        <a:p>
          <a:pPr>
            <a:defRPr b="1"/>
          </a:pPr>
          <a:r>
            <a:rPr lang="en-GB"/>
            <a:t>Atelier</a:t>
          </a:r>
          <a:endParaRPr lang="en-US"/>
        </a:p>
      </dgm:t>
    </dgm:pt>
    <dgm:pt modelId="{49B25C56-419F-48E4-BDD8-970CDA0E366F}" type="parTrans" cxnId="{0C76989D-1C65-4B80-AA1C-8BC90AC6404D}">
      <dgm:prSet/>
      <dgm:spPr/>
      <dgm:t>
        <a:bodyPr/>
        <a:lstStyle/>
        <a:p>
          <a:endParaRPr lang="en-US"/>
        </a:p>
      </dgm:t>
    </dgm:pt>
    <dgm:pt modelId="{A273A443-A0DD-42A8-BC96-0F818E367AB2}" type="sibTrans" cxnId="{0C76989D-1C65-4B80-AA1C-8BC90AC6404D}">
      <dgm:prSet/>
      <dgm:spPr/>
      <dgm:t>
        <a:bodyPr/>
        <a:lstStyle/>
        <a:p>
          <a:endParaRPr lang="en-US"/>
        </a:p>
      </dgm:t>
    </dgm:pt>
    <dgm:pt modelId="{F7B51428-7A42-4F74-8A95-8645D3DFE65E}">
      <dgm:prSet/>
      <dgm:spPr/>
      <dgm:t>
        <a:bodyPr/>
        <a:lstStyle/>
        <a:p>
          <a:r>
            <a:rPr lang="de-DE"/>
            <a:t>User Story 4: Türrahmenmodell herstellen</a:t>
          </a:r>
          <a:endParaRPr lang="en-US"/>
        </a:p>
      </dgm:t>
    </dgm:pt>
    <dgm:pt modelId="{A2F5C780-CA38-4B36-8E91-794EF6AAADD4}" type="parTrans" cxnId="{365AD461-3210-46E8-B4B4-0D798623A0BD}">
      <dgm:prSet/>
      <dgm:spPr/>
      <dgm:t>
        <a:bodyPr/>
        <a:lstStyle/>
        <a:p>
          <a:endParaRPr lang="en-US"/>
        </a:p>
      </dgm:t>
    </dgm:pt>
    <dgm:pt modelId="{07E4768D-040B-4147-97B9-C4A9EB1BE4AF}" type="sibTrans" cxnId="{365AD461-3210-46E8-B4B4-0D798623A0BD}">
      <dgm:prSet/>
      <dgm:spPr/>
      <dgm:t>
        <a:bodyPr/>
        <a:lstStyle/>
        <a:p>
          <a:endParaRPr lang="en-US"/>
        </a:p>
      </dgm:t>
    </dgm:pt>
    <dgm:pt modelId="{B517DAE5-7C82-4229-9F88-81D057970DCC}">
      <dgm:prSet/>
      <dgm:spPr/>
      <dgm:t>
        <a:bodyPr/>
        <a:lstStyle/>
        <a:p>
          <a:r>
            <a:rPr lang="de-DE"/>
            <a:t>User Story 5: Endmontage, Verdrahten &amp; Prüfen des Modells</a:t>
          </a:r>
          <a:endParaRPr lang="en-US"/>
        </a:p>
      </dgm:t>
    </dgm:pt>
    <dgm:pt modelId="{AB89C9E5-07B8-4A82-966C-19CFDE612CDB}" type="parTrans" cxnId="{D3675C53-3BCD-40E5-A67B-6816FBC6C10B}">
      <dgm:prSet/>
      <dgm:spPr/>
      <dgm:t>
        <a:bodyPr/>
        <a:lstStyle/>
        <a:p>
          <a:endParaRPr lang="en-US"/>
        </a:p>
      </dgm:t>
    </dgm:pt>
    <dgm:pt modelId="{806D7738-3E68-4036-B302-4172DF89287D}" type="sibTrans" cxnId="{D3675C53-3BCD-40E5-A67B-6816FBC6C10B}">
      <dgm:prSet/>
      <dgm:spPr/>
      <dgm:t>
        <a:bodyPr/>
        <a:lstStyle/>
        <a:p>
          <a:endParaRPr lang="en-US"/>
        </a:p>
      </dgm:t>
    </dgm:pt>
    <dgm:pt modelId="{98DA942E-2D66-41FE-BE20-D637D8596317}">
      <dgm:prSet/>
      <dgm:spPr/>
      <dgm:t>
        <a:bodyPr/>
        <a:lstStyle/>
        <a:p>
          <a:r>
            <a:rPr lang="de-DE"/>
            <a:t>User Story 6: Inbetrieb nehmen des Modells</a:t>
          </a:r>
          <a:endParaRPr lang="en-US"/>
        </a:p>
      </dgm:t>
    </dgm:pt>
    <dgm:pt modelId="{F8690FFE-F928-4854-866B-5CCECCF341C8}" type="parTrans" cxnId="{69A89F5B-4C10-4B3F-AB0E-B228944A1366}">
      <dgm:prSet/>
      <dgm:spPr/>
      <dgm:t>
        <a:bodyPr/>
        <a:lstStyle/>
        <a:p>
          <a:endParaRPr lang="en-US"/>
        </a:p>
      </dgm:t>
    </dgm:pt>
    <dgm:pt modelId="{A9F248F2-194D-4A9D-9A45-E923C15B2E24}" type="sibTrans" cxnId="{69A89F5B-4C10-4B3F-AB0E-B228944A1366}">
      <dgm:prSet/>
      <dgm:spPr/>
      <dgm:t>
        <a:bodyPr/>
        <a:lstStyle/>
        <a:p>
          <a:endParaRPr lang="en-US"/>
        </a:p>
      </dgm:t>
    </dgm:pt>
    <dgm:pt modelId="{05732A3F-E597-4146-8800-4628F33E53E6}">
      <dgm:prSet/>
      <dgm:spPr/>
      <dgm:t>
        <a:bodyPr/>
        <a:lstStyle/>
        <a:p>
          <a:pPr>
            <a:defRPr b="1"/>
          </a:pPr>
          <a:r>
            <a:rPr lang="en-GB"/>
            <a:t>Labo</a:t>
          </a:r>
          <a:endParaRPr lang="en-US"/>
        </a:p>
      </dgm:t>
    </dgm:pt>
    <dgm:pt modelId="{7855414E-0B44-4065-8964-21C018EE7BAC}" type="parTrans" cxnId="{B93AAD21-3665-4C58-AB16-447F1BB656DF}">
      <dgm:prSet/>
      <dgm:spPr/>
      <dgm:t>
        <a:bodyPr/>
        <a:lstStyle/>
        <a:p>
          <a:endParaRPr lang="en-US"/>
        </a:p>
      </dgm:t>
    </dgm:pt>
    <dgm:pt modelId="{285C29CB-DB00-4F59-BAEF-D44F918479B8}" type="sibTrans" cxnId="{B93AAD21-3665-4C58-AB16-447F1BB656DF}">
      <dgm:prSet/>
      <dgm:spPr/>
      <dgm:t>
        <a:bodyPr/>
        <a:lstStyle/>
        <a:p>
          <a:endParaRPr lang="en-US"/>
        </a:p>
      </dgm:t>
    </dgm:pt>
    <dgm:pt modelId="{28460D1B-17C8-4B68-AFF7-28C4D4B869AD}">
      <dgm:prSet/>
      <dgm:spPr/>
      <dgm:t>
        <a:bodyPr/>
        <a:lstStyle/>
        <a:p>
          <a:r>
            <a:rPr lang="en-GB"/>
            <a:t>User Story 3: Netzwerk</a:t>
          </a:r>
          <a:endParaRPr lang="en-US"/>
        </a:p>
      </dgm:t>
    </dgm:pt>
    <dgm:pt modelId="{C4BE73DF-F053-4E11-B038-3B0C6708143C}" type="parTrans" cxnId="{6895A31F-08D7-47DD-9823-B4707C25CF55}">
      <dgm:prSet/>
      <dgm:spPr/>
      <dgm:t>
        <a:bodyPr/>
        <a:lstStyle/>
        <a:p>
          <a:endParaRPr lang="en-US"/>
        </a:p>
      </dgm:t>
    </dgm:pt>
    <dgm:pt modelId="{79D5BC0A-09DA-4007-97B0-74638FB593D8}" type="sibTrans" cxnId="{6895A31F-08D7-47DD-9823-B4707C25CF55}">
      <dgm:prSet/>
      <dgm:spPr/>
      <dgm:t>
        <a:bodyPr/>
        <a:lstStyle/>
        <a:p>
          <a:endParaRPr lang="en-US"/>
        </a:p>
      </dgm:t>
    </dgm:pt>
    <dgm:pt modelId="{7D2F023D-1D79-4F8F-BFC0-63ADD1B27939}">
      <dgm:prSet/>
      <dgm:spPr/>
      <dgm:t>
        <a:bodyPr/>
        <a:lstStyle/>
        <a:p>
          <a:r>
            <a:rPr lang="en-GB"/>
            <a:t>User Story 4: Webserver</a:t>
          </a:r>
          <a:endParaRPr lang="en-US"/>
        </a:p>
      </dgm:t>
    </dgm:pt>
    <dgm:pt modelId="{99793E6B-6717-4AE0-AF4F-07FB62C0D813}" type="parTrans" cxnId="{E66BE323-FF86-49C6-95B3-6F5C23EDEFE6}">
      <dgm:prSet/>
      <dgm:spPr/>
      <dgm:t>
        <a:bodyPr/>
        <a:lstStyle/>
        <a:p>
          <a:endParaRPr lang="en-US"/>
        </a:p>
      </dgm:t>
    </dgm:pt>
    <dgm:pt modelId="{0BE1C0D3-1311-4C4E-A0FF-744DC56301CE}" type="sibTrans" cxnId="{E66BE323-FF86-49C6-95B3-6F5C23EDEFE6}">
      <dgm:prSet/>
      <dgm:spPr/>
      <dgm:t>
        <a:bodyPr/>
        <a:lstStyle/>
        <a:p>
          <a:endParaRPr lang="en-US"/>
        </a:p>
      </dgm:t>
    </dgm:pt>
    <dgm:pt modelId="{9E1933D5-85E6-4F06-95AE-5B91F473BCB3}">
      <dgm:prSet/>
      <dgm:spPr/>
      <dgm:t>
        <a:bodyPr/>
        <a:lstStyle/>
        <a:p>
          <a:r>
            <a:rPr lang="en-GB"/>
            <a:t>User Story 5: Controller</a:t>
          </a:r>
          <a:endParaRPr lang="en-US"/>
        </a:p>
      </dgm:t>
    </dgm:pt>
    <dgm:pt modelId="{59424BBC-31CE-42D6-8509-9583E17998ED}" type="parTrans" cxnId="{7B9309E3-382E-4394-9E7C-34A17906E04B}">
      <dgm:prSet/>
      <dgm:spPr/>
      <dgm:t>
        <a:bodyPr/>
        <a:lstStyle/>
        <a:p>
          <a:endParaRPr lang="en-US"/>
        </a:p>
      </dgm:t>
    </dgm:pt>
    <dgm:pt modelId="{E95BBE49-99B4-4AA9-9BAA-921D71DD8A6C}" type="sibTrans" cxnId="{7B9309E3-382E-4394-9E7C-34A17906E04B}">
      <dgm:prSet/>
      <dgm:spPr/>
      <dgm:t>
        <a:bodyPr/>
        <a:lstStyle/>
        <a:p>
          <a:endParaRPr lang="en-US"/>
        </a:p>
      </dgm:t>
    </dgm:pt>
    <dgm:pt modelId="{E15D5999-148A-405E-AF94-A410C08B24BD}">
      <dgm:prSet/>
      <dgm:spPr/>
      <dgm:t>
        <a:bodyPr/>
        <a:lstStyle/>
        <a:p>
          <a:r>
            <a:rPr lang="en-GB"/>
            <a:t>User Story 6: Backup Server</a:t>
          </a:r>
          <a:endParaRPr lang="en-US"/>
        </a:p>
      </dgm:t>
    </dgm:pt>
    <dgm:pt modelId="{28FBCB69-E774-4F76-8E22-F1D671C86BB6}" type="parTrans" cxnId="{E7BA53FA-4E5B-41F4-ADEE-9545B7884F30}">
      <dgm:prSet/>
      <dgm:spPr/>
      <dgm:t>
        <a:bodyPr/>
        <a:lstStyle/>
        <a:p>
          <a:endParaRPr lang="en-US"/>
        </a:p>
      </dgm:t>
    </dgm:pt>
    <dgm:pt modelId="{1FC6F164-8F1A-4515-B873-2BF98E0566F5}" type="sibTrans" cxnId="{E7BA53FA-4E5B-41F4-ADEE-9545B7884F30}">
      <dgm:prSet/>
      <dgm:spPr/>
      <dgm:t>
        <a:bodyPr/>
        <a:lstStyle/>
        <a:p>
          <a:endParaRPr lang="en-US"/>
        </a:p>
      </dgm:t>
    </dgm:pt>
    <dgm:pt modelId="{5CC6C03E-902F-4643-BFFD-E84A326BC4AC}" type="pres">
      <dgm:prSet presAssocID="{5DE49AF5-65F2-4379-9EE1-879C8D4D80C8}" presName="root" presStyleCnt="0">
        <dgm:presLayoutVars>
          <dgm:dir/>
          <dgm:resizeHandles val="exact"/>
        </dgm:presLayoutVars>
      </dgm:prSet>
      <dgm:spPr/>
    </dgm:pt>
    <dgm:pt modelId="{DCBFE361-2CDB-47B9-B94F-B4C7C4D5F6D5}" type="pres">
      <dgm:prSet presAssocID="{DCA354F0-557F-4DF4-81EA-8E56319B5BE4}" presName="compNode" presStyleCnt="0"/>
      <dgm:spPr/>
    </dgm:pt>
    <dgm:pt modelId="{913871C4-FF2B-4AE5-AC75-B40F6016A5D4}" type="pres">
      <dgm:prSet presAssocID="{DCA354F0-557F-4DF4-81EA-8E56319B5BE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lemmbrett Silhouette"/>
        </a:ext>
      </dgm:extLst>
    </dgm:pt>
    <dgm:pt modelId="{40ECC573-2D11-4B01-AFF5-8C3F761D7C75}" type="pres">
      <dgm:prSet presAssocID="{DCA354F0-557F-4DF4-81EA-8E56319B5BE4}" presName="iconSpace" presStyleCnt="0"/>
      <dgm:spPr/>
    </dgm:pt>
    <dgm:pt modelId="{DBD14BEE-5C35-4EA0-9CD2-6E1923144449}" type="pres">
      <dgm:prSet presAssocID="{DCA354F0-557F-4DF4-81EA-8E56319B5BE4}" presName="parTx" presStyleLbl="revTx" presStyleIdx="0" presStyleCnt="6">
        <dgm:presLayoutVars>
          <dgm:chMax val="0"/>
          <dgm:chPref val="0"/>
        </dgm:presLayoutVars>
      </dgm:prSet>
      <dgm:spPr/>
    </dgm:pt>
    <dgm:pt modelId="{E864867F-33C1-460B-8D10-6BEDA5592617}" type="pres">
      <dgm:prSet presAssocID="{DCA354F0-557F-4DF4-81EA-8E56319B5BE4}" presName="txSpace" presStyleCnt="0"/>
      <dgm:spPr/>
    </dgm:pt>
    <dgm:pt modelId="{91573236-058D-481E-BA26-45EEE1DDDC99}" type="pres">
      <dgm:prSet presAssocID="{DCA354F0-557F-4DF4-81EA-8E56319B5BE4}" presName="desTx" presStyleLbl="revTx" presStyleIdx="1" presStyleCnt="6">
        <dgm:presLayoutVars/>
      </dgm:prSet>
      <dgm:spPr/>
    </dgm:pt>
    <dgm:pt modelId="{5791B3FB-0AE6-4FCB-9511-97294AC0FDB7}" type="pres">
      <dgm:prSet presAssocID="{A4341F49-BB77-4BB5-8FFC-4D741E3B006C}" presName="sibTrans" presStyleCnt="0"/>
      <dgm:spPr/>
    </dgm:pt>
    <dgm:pt modelId="{FF4A8FE2-C42A-42D5-9910-2F11EE7F4B5F}" type="pres">
      <dgm:prSet presAssocID="{FFAC3A0F-6C9B-4DDF-A03C-8C8B2AC430D7}" presName="compNode" presStyleCnt="0"/>
      <dgm:spPr/>
    </dgm:pt>
    <dgm:pt modelId="{C16F1E3E-44ED-460F-B783-2011D5A4852B}" type="pres">
      <dgm:prSet presAssocID="{FFAC3A0F-6C9B-4DDF-A03C-8C8B2AC430D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ägel Silhouette"/>
        </a:ext>
      </dgm:extLst>
    </dgm:pt>
    <dgm:pt modelId="{3FBB9A10-C166-4857-B7DF-FC263376537E}" type="pres">
      <dgm:prSet presAssocID="{FFAC3A0F-6C9B-4DDF-A03C-8C8B2AC430D7}" presName="iconSpace" presStyleCnt="0"/>
      <dgm:spPr/>
    </dgm:pt>
    <dgm:pt modelId="{83075748-4B56-4A1E-B041-EA8B30D7C1D6}" type="pres">
      <dgm:prSet presAssocID="{FFAC3A0F-6C9B-4DDF-A03C-8C8B2AC430D7}" presName="parTx" presStyleLbl="revTx" presStyleIdx="2" presStyleCnt="6">
        <dgm:presLayoutVars>
          <dgm:chMax val="0"/>
          <dgm:chPref val="0"/>
        </dgm:presLayoutVars>
      </dgm:prSet>
      <dgm:spPr/>
    </dgm:pt>
    <dgm:pt modelId="{7429C432-D091-4B23-BBBF-C13DE66AC267}" type="pres">
      <dgm:prSet presAssocID="{FFAC3A0F-6C9B-4DDF-A03C-8C8B2AC430D7}" presName="txSpace" presStyleCnt="0"/>
      <dgm:spPr/>
    </dgm:pt>
    <dgm:pt modelId="{CEDEA22F-61FD-469B-8288-80292530BEE0}" type="pres">
      <dgm:prSet presAssocID="{FFAC3A0F-6C9B-4DDF-A03C-8C8B2AC430D7}" presName="desTx" presStyleLbl="revTx" presStyleIdx="3" presStyleCnt="6">
        <dgm:presLayoutVars/>
      </dgm:prSet>
      <dgm:spPr/>
    </dgm:pt>
    <dgm:pt modelId="{67418F8D-3B28-42DA-8BD4-94181B0B969B}" type="pres">
      <dgm:prSet presAssocID="{A273A443-A0DD-42A8-BC96-0F818E367AB2}" presName="sibTrans" presStyleCnt="0"/>
      <dgm:spPr/>
    </dgm:pt>
    <dgm:pt modelId="{652A382B-7FC9-4577-8E1A-91005B400605}" type="pres">
      <dgm:prSet presAssocID="{05732A3F-E597-4146-8800-4628F33E53E6}" presName="compNode" presStyleCnt="0"/>
      <dgm:spPr/>
    </dgm:pt>
    <dgm:pt modelId="{5D2D0889-BCD5-4A7B-BDD7-7CA670E51AC6}" type="pres">
      <dgm:prSet presAssocID="{05732A3F-E597-4146-8800-4628F33E53E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ierer mit einfarbiger Füllung"/>
        </a:ext>
      </dgm:extLst>
    </dgm:pt>
    <dgm:pt modelId="{82E07C05-DC3C-4180-8AA9-953E40571ACC}" type="pres">
      <dgm:prSet presAssocID="{05732A3F-E597-4146-8800-4628F33E53E6}" presName="iconSpace" presStyleCnt="0"/>
      <dgm:spPr/>
    </dgm:pt>
    <dgm:pt modelId="{6D88C1BF-2964-433F-AA46-5FA5C4F12C49}" type="pres">
      <dgm:prSet presAssocID="{05732A3F-E597-4146-8800-4628F33E53E6}" presName="parTx" presStyleLbl="revTx" presStyleIdx="4" presStyleCnt="6">
        <dgm:presLayoutVars>
          <dgm:chMax val="0"/>
          <dgm:chPref val="0"/>
        </dgm:presLayoutVars>
      </dgm:prSet>
      <dgm:spPr/>
    </dgm:pt>
    <dgm:pt modelId="{BA02D175-0352-4D27-8D87-B8B6F504651F}" type="pres">
      <dgm:prSet presAssocID="{05732A3F-E597-4146-8800-4628F33E53E6}" presName="txSpace" presStyleCnt="0"/>
      <dgm:spPr/>
    </dgm:pt>
    <dgm:pt modelId="{F2AC21B8-177C-47A5-B774-1201DFC2615D}" type="pres">
      <dgm:prSet presAssocID="{05732A3F-E597-4146-8800-4628F33E53E6}" presName="desTx" presStyleLbl="revTx" presStyleIdx="5" presStyleCnt="6">
        <dgm:presLayoutVars/>
      </dgm:prSet>
      <dgm:spPr/>
    </dgm:pt>
  </dgm:ptLst>
  <dgm:cxnLst>
    <dgm:cxn modelId="{5D33A50E-836D-4240-9C6C-EF608CE5AB9A}" type="presOf" srcId="{DCA354F0-557F-4DF4-81EA-8E56319B5BE4}" destId="{DBD14BEE-5C35-4EA0-9CD2-6E1923144449}" srcOrd="0" destOrd="0" presId="urn:microsoft.com/office/officeart/2018/5/layout/CenteredIconLabelDescriptionList"/>
    <dgm:cxn modelId="{86F11516-F5ED-4CA9-AE3C-A09019F2085C}" srcId="{5DE49AF5-65F2-4379-9EE1-879C8D4D80C8}" destId="{DCA354F0-557F-4DF4-81EA-8E56319B5BE4}" srcOrd="0" destOrd="0" parTransId="{229018E3-F119-47B9-A310-3A05B7ED448E}" sibTransId="{A4341F49-BB77-4BB5-8FFC-4D741E3B006C}"/>
    <dgm:cxn modelId="{6895A31F-08D7-47DD-9823-B4707C25CF55}" srcId="{05732A3F-E597-4146-8800-4628F33E53E6}" destId="{28460D1B-17C8-4B68-AFF7-28C4D4B869AD}" srcOrd="0" destOrd="0" parTransId="{C4BE73DF-F053-4E11-B038-3B0C6708143C}" sibTransId="{79D5BC0A-09DA-4007-97B0-74638FB593D8}"/>
    <dgm:cxn modelId="{B93AAD21-3665-4C58-AB16-447F1BB656DF}" srcId="{5DE49AF5-65F2-4379-9EE1-879C8D4D80C8}" destId="{05732A3F-E597-4146-8800-4628F33E53E6}" srcOrd="2" destOrd="0" parTransId="{7855414E-0B44-4065-8964-21C018EE7BAC}" sibTransId="{285C29CB-DB00-4F59-BAEF-D44F918479B8}"/>
    <dgm:cxn modelId="{E66BE323-FF86-49C6-95B3-6F5C23EDEFE6}" srcId="{05732A3F-E597-4146-8800-4628F33E53E6}" destId="{7D2F023D-1D79-4F8F-BFC0-63ADD1B27939}" srcOrd="1" destOrd="0" parTransId="{99793E6B-6717-4AE0-AF4F-07FB62C0D813}" sibTransId="{0BE1C0D3-1311-4C4E-A0FF-744DC56301CE}"/>
    <dgm:cxn modelId="{9E60B236-4FF4-456D-93BF-2A407D411458}" type="presOf" srcId="{05732A3F-E597-4146-8800-4628F33E53E6}" destId="{6D88C1BF-2964-433F-AA46-5FA5C4F12C49}" srcOrd="0" destOrd="0" presId="urn:microsoft.com/office/officeart/2018/5/layout/CenteredIconLabelDescriptionList"/>
    <dgm:cxn modelId="{69A89F5B-4C10-4B3F-AB0E-B228944A1366}" srcId="{FFAC3A0F-6C9B-4DDF-A03C-8C8B2AC430D7}" destId="{98DA942E-2D66-41FE-BE20-D637D8596317}" srcOrd="2" destOrd="0" parTransId="{F8690FFE-F928-4854-866B-5CCECCF341C8}" sibTransId="{A9F248F2-194D-4A9D-9A45-E923C15B2E24}"/>
    <dgm:cxn modelId="{365AD461-3210-46E8-B4B4-0D798623A0BD}" srcId="{FFAC3A0F-6C9B-4DDF-A03C-8C8B2AC430D7}" destId="{F7B51428-7A42-4F74-8A95-8645D3DFE65E}" srcOrd="0" destOrd="0" parTransId="{A2F5C780-CA38-4B36-8E91-794EF6AAADD4}" sibTransId="{07E4768D-040B-4147-97B9-C4A9EB1BE4AF}"/>
    <dgm:cxn modelId="{CF987742-29D1-4847-B533-32F544937B5E}" type="presOf" srcId="{E15D5999-148A-405E-AF94-A410C08B24BD}" destId="{F2AC21B8-177C-47A5-B774-1201DFC2615D}" srcOrd="0" destOrd="3" presId="urn:microsoft.com/office/officeart/2018/5/layout/CenteredIconLabelDescriptionList"/>
    <dgm:cxn modelId="{CF95A84D-0342-48FC-90BB-B20D87503C2F}" type="presOf" srcId="{B517DAE5-7C82-4229-9F88-81D057970DCC}" destId="{CEDEA22F-61FD-469B-8288-80292530BEE0}" srcOrd="0" destOrd="1" presId="urn:microsoft.com/office/officeart/2018/5/layout/CenteredIconLabelDescriptionList"/>
    <dgm:cxn modelId="{D3675C53-3BCD-40E5-A67B-6816FBC6C10B}" srcId="{FFAC3A0F-6C9B-4DDF-A03C-8C8B2AC430D7}" destId="{B517DAE5-7C82-4229-9F88-81D057970DCC}" srcOrd="1" destOrd="0" parTransId="{AB89C9E5-07B8-4A82-966C-19CFDE612CDB}" sibTransId="{806D7738-3E68-4036-B302-4172DF89287D}"/>
    <dgm:cxn modelId="{AF3EE959-DD5E-49A6-AADE-34CB071D7A33}" type="presOf" srcId="{F7B51428-7A42-4F74-8A95-8645D3DFE65E}" destId="{CEDEA22F-61FD-469B-8288-80292530BEE0}" srcOrd="0" destOrd="0" presId="urn:microsoft.com/office/officeart/2018/5/layout/CenteredIconLabelDescriptionList"/>
    <dgm:cxn modelId="{F53E7689-908A-4509-93AD-1FD0BB8ECD70}" type="presOf" srcId="{98DA942E-2D66-41FE-BE20-D637D8596317}" destId="{CEDEA22F-61FD-469B-8288-80292530BEE0}" srcOrd="0" destOrd="2" presId="urn:microsoft.com/office/officeart/2018/5/layout/CenteredIconLabelDescriptionList"/>
    <dgm:cxn modelId="{0C76989D-1C65-4B80-AA1C-8BC90AC6404D}" srcId="{5DE49AF5-65F2-4379-9EE1-879C8D4D80C8}" destId="{FFAC3A0F-6C9B-4DDF-A03C-8C8B2AC430D7}" srcOrd="1" destOrd="0" parTransId="{49B25C56-419F-48E4-BDD8-970CDA0E366F}" sibTransId="{A273A443-A0DD-42A8-BC96-0F818E367AB2}"/>
    <dgm:cxn modelId="{058C46A0-37AE-4747-80F0-DDEB0B71B4E1}" type="presOf" srcId="{5DE49AF5-65F2-4379-9EE1-879C8D4D80C8}" destId="{5CC6C03E-902F-4643-BFFD-E84A326BC4AC}" srcOrd="0" destOrd="0" presId="urn:microsoft.com/office/officeart/2018/5/layout/CenteredIconLabelDescriptionList"/>
    <dgm:cxn modelId="{1DE0DEA6-4988-4137-B8BB-BEBE2C452E90}" type="presOf" srcId="{9E1933D5-85E6-4F06-95AE-5B91F473BCB3}" destId="{F2AC21B8-177C-47A5-B774-1201DFC2615D}" srcOrd="0" destOrd="2" presId="urn:microsoft.com/office/officeart/2018/5/layout/CenteredIconLabelDescriptionList"/>
    <dgm:cxn modelId="{5D4329AD-7E44-490D-A9FE-5E3BEAC0D08E}" type="presOf" srcId="{28460D1B-17C8-4B68-AFF7-28C4D4B869AD}" destId="{F2AC21B8-177C-47A5-B774-1201DFC2615D}" srcOrd="0" destOrd="0" presId="urn:microsoft.com/office/officeart/2018/5/layout/CenteredIconLabelDescriptionList"/>
    <dgm:cxn modelId="{F9FB9AC5-D146-431B-9E54-348B797DCD81}" type="presOf" srcId="{FFAC3A0F-6C9B-4DDF-A03C-8C8B2AC430D7}" destId="{83075748-4B56-4A1E-B041-EA8B30D7C1D6}" srcOrd="0" destOrd="0" presId="urn:microsoft.com/office/officeart/2018/5/layout/CenteredIconLabelDescriptionList"/>
    <dgm:cxn modelId="{6F9F53C6-2576-41ED-92AB-66FF476F7CAE}" type="presOf" srcId="{7D2F023D-1D79-4F8F-BFC0-63ADD1B27939}" destId="{F2AC21B8-177C-47A5-B774-1201DFC2615D}" srcOrd="0" destOrd="1" presId="urn:microsoft.com/office/officeart/2018/5/layout/CenteredIconLabelDescriptionList"/>
    <dgm:cxn modelId="{7B9309E3-382E-4394-9E7C-34A17906E04B}" srcId="{05732A3F-E597-4146-8800-4628F33E53E6}" destId="{9E1933D5-85E6-4F06-95AE-5B91F473BCB3}" srcOrd="2" destOrd="0" parTransId="{59424BBC-31CE-42D6-8509-9583E17998ED}" sibTransId="{E95BBE49-99B4-4AA9-9BAA-921D71DD8A6C}"/>
    <dgm:cxn modelId="{E7BA53FA-4E5B-41F4-ADEE-9545B7884F30}" srcId="{05732A3F-E597-4146-8800-4628F33E53E6}" destId="{E15D5999-148A-405E-AF94-A410C08B24BD}" srcOrd="3" destOrd="0" parTransId="{28FBCB69-E774-4F76-8E22-F1D671C86BB6}" sibTransId="{1FC6F164-8F1A-4515-B873-2BF98E0566F5}"/>
    <dgm:cxn modelId="{6BFA2124-D30A-43AB-AFC0-CFDC2213280C}" type="presParOf" srcId="{5CC6C03E-902F-4643-BFFD-E84A326BC4AC}" destId="{DCBFE361-2CDB-47B9-B94F-B4C7C4D5F6D5}" srcOrd="0" destOrd="0" presId="urn:microsoft.com/office/officeart/2018/5/layout/CenteredIconLabelDescriptionList"/>
    <dgm:cxn modelId="{55ACB0E0-0A22-4B2E-8E83-7A6D62DC9794}" type="presParOf" srcId="{DCBFE361-2CDB-47B9-B94F-B4C7C4D5F6D5}" destId="{913871C4-FF2B-4AE5-AC75-B40F6016A5D4}" srcOrd="0" destOrd="0" presId="urn:microsoft.com/office/officeart/2018/5/layout/CenteredIconLabelDescriptionList"/>
    <dgm:cxn modelId="{65AA73CD-BA4A-48DA-A9E3-B8CF68C04F01}" type="presParOf" srcId="{DCBFE361-2CDB-47B9-B94F-B4C7C4D5F6D5}" destId="{40ECC573-2D11-4B01-AFF5-8C3F761D7C75}" srcOrd="1" destOrd="0" presId="urn:microsoft.com/office/officeart/2018/5/layout/CenteredIconLabelDescriptionList"/>
    <dgm:cxn modelId="{1B09CBDE-6984-400F-92F1-4446951B8155}" type="presParOf" srcId="{DCBFE361-2CDB-47B9-B94F-B4C7C4D5F6D5}" destId="{DBD14BEE-5C35-4EA0-9CD2-6E1923144449}" srcOrd="2" destOrd="0" presId="urn:microsoft.com/office/officeart/2018/5/layout/CenteredIconLabelDescriptionList"/>
    <dgm:cxn modelId="{F2EC0623-9105-4781-8C8A-1BF61D5FB124}" type="presParOf" srcId="{DCBFE361-2CDB-47B9-B94F-B4C7C4D5F6D5}" destId="{E864867F-33C1-460B-8D10-6BEDA5592617}" srcOrd="3" destOrd="0" presId="urn:microsoft.com/office/officeart/2018/5/layout/CenteredIconLabelDescriptionList"/>
    <dgm:cxn modelId="{0B321F36-5632-4CE5-8D46-7649FC8C5191}" type="presParOf" srcId="{DCBFE361-2CDB-47B9-B94F-B4C7C4D5F6D5}" destId="{91573236-058D-481E-BA26-45EEE1DDDC99}" srcOrd="4" destOrd="0" presId="urn:microsoft.com/office/officeart/2018/5/layout/CenteredIconLabelDescriptionList"/>
    <dgm:cxn modelId="{4A96E65B-8F8F-43B3-BF88-FB26351AFD66}" type="presParOf" srcId="{5CC6C03E-902F-4643-BFFD-E84A326BC4AC}" destId="{5791B3FB-0AE6-4FCB-9511-97294AC0FDB7}" srcOrd="1" destOrd="0" presId="urn:microsoft.com/office/officeart/2018/5/layout/CenteredIconLabelDescriptionList"/>
    <dgm:cxn modelId="{02F8D06D-85D8-4BF5-AEAA-5E9401EFC7D5}" type="presParOf" srcId="{5CC6C03E-902F-4643-BFFD-E84A326BC4AC}" destId="{FF4A8FE2-C42A-42D5-9910-2F11EE7F4B5F}" srcOrd="2" destOrd="0" presId="urn:microsoft.com/office/officeart/2018/5/layout/CenteredIconLabelDescriptionList"/>
    <dgm:cxn modelId="{5DBCC246-7486-4CA1-9A3B-521745DF439E}" type="presParOf" srcId="{FF4A8FE2-C42A-42D5-9910-2F11EE7F4B5F}" destId="{C16F1E3E-44ED-460F-B783-2011D5A4852B}" srcOrd="0" destOrd="0" presId="urn:microsoft.com/office/officeart/2018/5/layout/CenteredIconLabelDescriptionList"/>
    <dgm:cxn modelId="{52CC1E7E-0FB9-41A1-BDD8-8FBDB01C6C5F}" type="presParOf" srcId="{FF4A8FE2-C42A-42D5-9910-2F11EE7F4B5F}" destId="{3FBB9A10-C166-4857-B7DF-FC263376537E}" srcOrd="1" destOrd="0" presId="urn:microsoft.com/office/officeart/2018/5/layout/CenteredIconLabelDescriptionList"/>
    <dgm:cxn modelId="{8B16AED4-6FF2-467A-9E69-A4F82E81BF4A}" type="presParOf" srcId="{FF4A8FE2-C42A-42D5-9910-2F11EE7F4B5F}" destId="{83075748-4B56-4A1E-B041-EA8B30D7C1D6}" srcOrd="2" destOrd="0" presId="urn:microsoft.com/office/officeart/2018/5/layout/CenteredIconLabelDescriptionList"/>
    <dgm:cxn modelId="{C092ED5C-7752-4E04-B6F4-973AED0DFE6E}" type="presParOf" srcId="{FF4A8FE2-C42A-42D5-9910-2F11EE7F4B5F}" destId="{7429C432-D091-4B23-BBBF-C13DE66AC267}" srcOrd="3" destOrd="0" presId="urn:microsoft.com/office/officeart/2018/5/layout/CenteredIconLabelDescriptionList"/>
    <dgm:cxn modelId="{1FED4A21-0B97-4E15-8D83-CE569FE436D8}" type="presParOf" srcId="{FF4A8FE2-C42A-42D5-9910-2F11EE7F4B5F}" destId="{CEDEA22F-61FD-469B-8288-80292530BEE0}" srcOrd="4" destOrd="0" presId="urn:microsoft.com/office/officeart/2018/5/layout/CenteredIconLabelDescriptionList"/>
    <dgm:cxn modelId="{8E7087C8-EDAA-4DFA-9FDE-7B491ECBC79E}" type="presParOf" srcId="{5CC6C03E-902F-4643-BFFD-E84A326BC4AC}" destId="{67418F8D-3B28-42DA-8BD4-94181B0B969B}" srcOrd="3" destOrd="0" presId="urn:microsoft.com/office/officeart/2018/5/layout/CenteredIconLabelDescriptionList"/>
    <dgm:cxn modelId="{67F52497-1A43-4BAD-BAC2-B70F16EF03D2}" type="presParOf" srcId="{5CC6C03E-902F-4643-BFFD-E84A326BC4AC}" destId="{652A382B-7FC9-4577-8E1A-91005B400605}" srcOrd="4" destOrd="0" presId="urn:microsoft.com/office/officeart/2018/5/layout/CenteredIconLabelDescriptionList"/>
    <dgm:cxn modelId="{9535DFE4-561C-4AFC-9610-F31D190D7215}" type="presParOf" srcId="{652A382B-7FC9-4577-8E1A-91005B400605}" destId="{5D2D0889-BCD5-4A7B-BDD7-7CA670E51AC6}" srcOrd="0" destOrd="0" presId="urn:microsoft.com/office/officeart/2018/5/layout/CenteredIconLabelDescriptionList"/>
    <dgm:cxn modelId="{FF2D807A-22A7-44CE-A308-0F6249254070}" type="presParOf" srcId="{652A382B-7FC9-4577-8E1A-91005B400605}" destId="{82E07C05-DC3C-4180-8AA9-953E40571ACC}" srcOrd="1" destOrd="0" presId="urn:microsoft.com/office/officeart/2018/5/layout/CenteredIconLabelDescriptionList"/>
    <dgm:cxn modelId="{400D2E62-55CD-4F0F-8902-75740D991740}" type="presParOf" srcId="{652A382B-7FC9-4577-8E1A-91005B400605}" destId="{6D88C1BF-2964-433F-AA46-5FA5C4F12C49}" srcOrd="2" destOrd="0" presId="urn:microsoft.com/office/officeart/2018/5/layout/CenteredIconLabelDescriptionList"/>
    <dgm:cxn modelId="{1059216B-38E6-4531-946A-25849DB07490}" type="presParOf" srcId="{652A382B-7FC9-4577-8E1A-91005B400605}" destId="{BA02D175-0352-4D27-8D87-B8B6F504651F}" srcOrd="3" destOrd="0" presId="urn:microsoft.com/office/officeart/2018/5/layout/CenteredIconLabelDescriptionList"/>
    <dgm:cxn modelId="{C7A24059-1B1A-41E9-AFDB-974AE3FB7988}" type="presParOf" srcId="{652A382B-7FC9-4577-8E1A-91005B400605}" destId="{F2AC21B8-177C-47A5-B774-1201DFC2615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E4EB4E-3CCE-4A40-82E2-12D544ABD23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96CBA84-813D-40F8-BE82-D7EE400D7196}">
      <dgm:prSet/>
      <dgm:spPr/>
      <dgm:t>
        <a:bodyPr/>
        <a:lstStyle/>
        <a:p>
          <a:r>
            <a:rPr lang="de-DE"/>
            <a:t>organisiert sein</a:t>
          </a:r>
          <a:endParaRPr lang="en-US"/>
        </a:p>
      </dgm:t>
    </dgm:pt>
    <dgm:pt modelId="{D7354DFD-1334-476B-8E0D-21FAA4797ACE}" type="parTrans" cxnId="{E61B60D2-8A65-4CE4-B488-8DB3869854E8}">
      <dgm:prSet/>
      <dgm:spPr/>
      <dgm:t>
        <a:bodyPr/>
        <a:lstStyle/>
        <a:p>
          <a:endParaRPr lang="en-US"/>
        </a:p>
      </dgm:t>
    </dgm:pt>
    <dgm:pt modelId="{AEB41832-7FAF-4E82-85DA-7753DBCC6604}" type="sibTrans" cxnId="{E61B60D2-8A65-4CE4-B488-8DB3869854E8}">
      <dgm:prSet/>
      <dgm:spPr/>
      <dgm:t>
        <a:bodyPr/>
        <a:lstStyle/>
        <a:p>
          <a:endParaRPr lang="en-US"/>
        </a:p>
      </dgm:t>
    </dgm:pt>
    <dgm:pt modelId="{310F6590-CB85-4278-8D4D-10AA7DB5AB0C}">
      <dgm:prSet/>
      <dgm:spPr/>
      <dgm:t>
        <a:bodyPr/>
        <a:lstStyle/>
        <a:p>
          <a:r>
            <a:rPr lang="de-DE"/>
            <a:t>Sicherheitsregeln des Ateliers halten</a:t>
          </a:r>
          <a:endParaRPr lang="en-US"/>
        </a:p>
      </dgm:t>
    </dgm:pt>
    <dgm:pt modelId="{80AFE86F-B023-48D0-93E0-7E74AEA64D2B}" type="parTrans" cxnId="{2D091E96-04A6-402B-AB37-1E2770E7AABE}">
      <dgm:prSet/>
      <dgm:spPr/>
      <dgm:t>
        <a:bodyPr/>
        <a:lstStyle/>
        <a:p>
          <a:endParaRPr lang="en-US"/>
        </a:p>
      </dgm:t>
    </dgm:pt>
    <dgm:pt modelId="{1EFEC955-4579-4F5D-9886-BF67A0FC01DF}" type="sibTrans" cxnId="{2D091E96-04A6-402B-AB37-1E2770E7AABE}">
      <dgm:prSet/>
      <dgm:spPr/>
      <dgm:t>
        <a:bodyPr/>
        <a:lstStyle/>
        <a:p>
          <a:endParaRPr lang="en-US"/>
        </a:p>
      </dgm:t>
    </dgm:pt>
    <dgm:pt modelId="{82E0E1E7-EDA5-4F63-99C2-EF7D0A395E83}">
      <dgm:prSet/>
      <dgm:spPr/>
      <dgm:t>
        <a:bodyPr/>
        <a:lstStyle/>
        <a:p>
          <a:r>
            <a:rPr lang="de-DE"/>
            <a:t>sauber Arbeiten</a:t>
          </a:r>
          <a:endParaRPr lang="en-US"/>
        </a:p>
      </dgm:t>
    </dgm:pt>
    <dgm:pt modelId="{FB76A9FA-7328-4049-8453-FE464AD9BC3D}" type="parTrans" cxnId="{FF207F90-F9CF-4A46-8434-57CFC3AC8785}">
      <dgm:prSet/>
      <dgm:spPr/>
      <dgm:t>
        <a:bodyPr/>
        <a:lstStyle/>
        <a:p>
          <a:endParaRPr lang="en-US"/>
        </a:p>
      </dgm:t>
    </dgm:pt>
    <dgm:pt modelId="{EC71AE51-EAEA-4246-935B-3739E1B957AE}" type="sibTrans" cxnId="{FF207F90-F9CF-4A46-8434-57CFC3AC8785}">
      <dgm:prSet/>
      <dgm:spPr/>
      <dgm:t>
        <a:bodyPr/>
        <a:lstStyle/>
        <a:p>
          <a:endParaRPr lang="en-US"/>
        </a:p>
      </dgm:t>
    </dgm:pt>
    <dgm:pt modelId="{DD155984-152C-4122-B44D-4BDAFB5FFEA8}">
      <dgm:prSet/>
      <dgm:spPr/>
      <dgm:t>
        <a:bodyPr/>
        <a:lstStyle/>
        <a:p>
          <a:r>
            <a:rPr lang="de-DE"/>
            <a:t>Arbeit planen</a:t>
          </a:r>
          <a:endParaRPr lang="en-US"/>
        </a:p>
      </dgm:t>
    </dgm:pt>
    <dgm:pt modelId="{CED230AE-A93F-43FA-A816-7460B81BC2DF}" type="parTrans" cxnId="{444F0A5C-F902-4239-9D23-403FC168349F}">
      <dgm:prSet/>
      <dgm:spPr/>
      <dgm:t>
        <a:bodyPr/>
        <a:lstStyle/>
        <a:p>
          <a:endParaRPr lang="en-US"/>
        </a:p>
      </dgm:t>
    </dgm:pt>
    <dgm:pt modelId="{512EA3F8-4B86-4EDA-90F3-CA9603DF5A86}" type="sibTrans" cxnId="{444F0A5C-F902-4239-9D23-403FC168349F}">
      <dgm:prSet/>
      <dgm:spPr/>
      <dgm:t>
        <a:bodyPr/>
        <a:lstStyle/>
        <a:p>
          <a:endParaRPr lang="en-US"/>
        </a:p>
      </dgm:t>
    </dgm:pt>
    <dgm:pt modelId="{CF5A85D3-9526-4467-B106-AE4FC21CC632}" type="pres">
      <dgm:prSet presAssocID="{61E4EB4E-3CCE-4A40-82E2-12D544ABD23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DB9C03-65F0-4615-BE88-31587C15377C}" type="pres">
      <dgm:prSet presAssocID="{096CBA84-813D-40F8-BE82-D7EE400D7196}" presName="hierRoot1" presStyleCnt="0"/>
      <dgm:spPr/>
    </dgm:pt>
    <dgm:pt modelId="{182772F4-0622-4E33-BBB3-84B55B26BE80}" type="pres">
      <dgm:prSet presAssocID="{096CBA84-813D-40F8-BE82-D7EE400D7196}" presName="composite" presStyleCnt="0"/>
      <dgm:spPr/>
    </dgm:pt>
    <dgm:pt modelId="{F5CDFA0C-95E4-48A1-9788-638C1393FD9F}" type="pres">
      <dgm:prSet presAssocID="{096CBA84-813D-40F8-BE82-D7EE400D7196}" presName="background" presStyleLbl="node0" presStyleIdx="0" presStyleCnt="4"/>
      <dgm:spPr/>
    </dgm:pt>
    <dgm:pt modelId="{C56DBE89-08AF-493C-8F64-819717139844}" type="pres">
      <dgm:prSet presAssocID="{096CBA84-813D-40F8-BE82-D7EE400D7196}" presName="text" presStyleLbl="fgAcc0" presStyleIdx="0" presStyleCnt="4">
        <dgm:presLayoutVars>
          <dgm:chPref val="3"/>
        </dgm:presLayoutVars>
      </dgm:prSet>
      <dgm:spPr/>
    </dgm:pt>
    <dgm:pt modelId="{C1683471-57B3-42BD-8CB5-BC4132D45C2A}" type="pres">
      <dgm:prSet presAssocID="{096CBA84-813D-40F8-BE82-D7EE400D7196}" presName="hierChild2" presStyleCnt="0"/>
      <dgm:spPr/>
    </dgm:pt>
    <dgm:pt modelId="{0263325F-C44E-4FBC-A760-C33F511CAE31}" type="pres">
      <dgm:prSet presAssocID="{310F6590-CB85-4278-8D4D-10AA7DB5AB0C}" presName="hierRoot1" presStyleCnt="0"/>
      <dgm:spPr/>
    </dgm:pt>
    <dgm:pt modelId="{0FC21991-5418-44AB-9848-C355D6A7E0A9}" type="pres">
      <dgm:prSet presAssocID="{310F6590-CB85-4278-8D4D-10AA7DB5AB0C}" presName="composite" presStyleCnt="0"/>
      <dgm:spPr/>
    </dgm:pt>
    <dgm:pt modelId="{B554D3F3-7F9A-46B3-8917-B637458BFC9C}" type="pres">
      <dgm:prSet presAssocID="{310F6590-CB85-4278-8D4D-10AA7DB5AB0C}" presName="background" presStyleLbl="node0" presStyleIdx="1" presStyleCnt="4"/>
      <dgm:spPr/>
    </dgm:pt>
    <dgm:pt modelId="{11141B16-737F-4A6B-8B19-9348E610DC76}" type="pres">
      <dgm:prSet presAssocID="{310F6590-CB85-4278-8D4D-10AA7DB5AB0C}" presName="text" presStyleLbl="fgAcc0" presStyleIdx="1" presStyleCnt="4">
        <dgm:presLayoutVars>
          <dgm:chPref val="3"/>
        </dgm:presLayoutVars>
      </dgm:prSet>
      <dgm:spPr/>
    </dgm:pt>
    <dgm:pt modelId="{7AF22D13-862E-4D03-B1B3-339B74A55AC5}" type="pres">
      <dgm:prSet presAssocID="{310F6590-CB85-4278-8D4D-10AA7DB5AB0C}" presName="hierChild2" presStyleCnt="0"/>
      <dgm:spPr/>
    </dgm:pt>
    <dgm:pt modelId="{FA9905FA-609A-4858-95DB-7FE920194B3F}" type="pres">
      <dgm:prSet presAssocID="{82E0E1E7-EDA5-4F63-99C2-EF7D0A395E83}" presName="hierRoot1" presStyleCnt="0"/>
      <dgm:spPr/>
    </dgm:pt>
    <dgm:pt modelId="{F784DF6C-B921-4E8C-8AD6-422225CDFA74}" type="pres">
      <dgm:prSet presAssocID="{82E0E1E7-EDA5-4F63-99C2-EF7D0A395E83}" presName="composite" presStyleCnt="0"/>
      <dgm:spPr/>
    </dgm:pt>
    <dgm:pt modelId="{5BBBCA12-BCEF-4878-A0FE-9BEEFB9F0D57}" type="pres">
      <dgm:prSet presAssocID="{82E0E1E7-EDA5-4F63-99C2-EF7D0A395E83}" presName="background" presStyleLbl="node0" presStyleIdx="2" presStyleCnt="4"/>
      <dgm:spPr/>
    </dgm:pt>
    <dgm:pt modelId="{D86667AF-EF25-45B8-BF9F-167A46E0C38D}" type="pres">
      <dgm:prSet presAssocID="{82E0E1E7-EDA5-4F63-99C2-EF7D0A395E83}" presName="text" presStyleLbl="fgAcc0" presStyleIdx="2" presStyleCnt="4">
        <dgm:presLayoutVars>
          <dgm:chPref val="3"/>
        </dgm:presLayoutVars>
      </dgm:prSet>
      <dgm:spPr/>
    </dgm:pt>
    <dgm:pt modelId="{2461634D-CDB5-4AD2-B08D-4E59A593E8CC}" type="pres">
      <dgm:prSet presAssocID="{82E0E1E7-EDA5-4F63-99C2-EF7D0A395E83}" presName="hierChild2" presStyleCnt="0"/>
      <dgm:spPr/>
    </dgm:pt>
    <dgm:pt modelId="{C28C70DC-01CB-4F2A-AA8C-35E2A594834F}" type="pres">
      <dgm:prSet presAssocID="{DD155984-152C-4122-B44D-4BDAFB5FFEA8}" presName="hierRoot1" presStyleCnt="0"/>
      <dgm:spPr/>
    </dgm:pt>
    <dgm:pt modelId="{81EB4F20-E567-42BB-B3A2-66CA644BB24D}" type="pres">
      <dgm:prSet presAssocID="{DD155984-152C-4122-B44D-4BDAFB5FFEA8}" presName="composite" presStyleCnt="0"/>
      <dgm:spPr/>
    </dgm:pt>
    <dgm:pt modelId="{FD6F3757-997E-47BB-BD82-283CA0EA2CD1}" type="pres">
      <dgm:prSet presAssocID="{DD155984-152C-4122-B44D-4BDAFB5FFEA8}" presName="background" presStyleLbl="node0" presStyleIdx="3" presStyleCnt="4"/>
      <dgm:spPr/>
    </dgm:pt>
    <dgm:pt modelId="{F15D6CB7-A1BF-4AC0-BB8A-DCB722DBFCAE}" type="pres">
      <dgm:prSet presAssocID="{DD155984-152C-4122-B44D-4BDAFB5FFEA8}" presName="text" presStyleLbl="fgAcc0" presStyleIdx="3" presStyleCnt="4">
        <dgm:presLayoutVars>
          <dgm:chPref val="3"/>
        </dgm:presLayoutVars>
      </dgm:prSet>
      <dgm:spPr/>
    </dgm:pt>
    <dgm:pt modelId="{5C87B0F5-789B-4280-8C2A-A78131551042}" type="pres">
      <dgm:prSet presAssocID="{DD155984-152C-4122-B44D-4BDAFB5FFEA8}" presName="hierChild2" presStyleCnt="0"/>
      <dgm:spPr/>
    </dgm:pt>
  </dgm:ptLst>
  <dgm:cxnLst>
    <dgm:cxn modelId="{D456A70E-4E16-4576-B00C-27F053DD100C}" type="presOf" srcId="{310F6590-CB85-4278-8D4D-10AA7DB5AB0C}" destId="{11141B16-737F-4A6B-8B19-9348E610DC76}" srcOrd="0" destOrd="0" presId="urn:microsoft.com/office/officeart/2005/8/layout/hierarchy1"/>
    <dgm:cxn modelId="{98FB0718-D5C9-4899-B953-FFDE298CBBB2}" type="presOf" srcId="{82E0E1E7-EDA5-4F63-99C2-EF7D0A395E83}" destId="{D86667AF-EF25-45B8-BF9F-167A46E0C38D}" srcOrd="0" destOrd="0" presId="urn:microsoft.com/office/officeart/2005/8/layout/hierarchy1"/>
    <dgm:cxn modelId="{D6EA171F-D2C5-43F1-9851-DD82BCB72169}" type="presOf" srcId="{61E4EB4E-3CCE-4A40-82E2-12D544ABD239}" destId="{CF5A85D3-9526-4467-B106-AE4FC21CC632}" srcOrd="0" destOrd="0" presId="urn:microsoft.com/office/officeart/2005/8/layout/hierarchy1"/>
    <dgm:cxn modelId="{444F0A5C-F902-4239-9D23-403FC168349F}" srcId="{61E4EB4E-3CCE-4A40-82E2-12D544ABD239}" destId="{DD155984-152C-4122-B44D-4BDAFB5FFEA8}" srcOrd="3" destOrd="0" parTransId="{CED230AE-A93F-43FA-A816-7460B81BC2DF}" sibTransId="{512EA3F8-4B86-4EDA-90F3-CA9603DF5A86}"/>
    <dgm:cxn modelId="{9EA75559-1336-49FB-99CD-5A07C5A04BC7}" type="presOf" srcId="{096CBA84-813D-40F8-BE82-D7EE400D7196}" destId="{C56DBE89-08AF-493C-8F64-819717139844}" srcOrd="0" destOrd="0" presId="urn:microsoft.com/office/officeart/2005/8/layout/hierarchy1"/>
    <dgm:cxn modelId="{FF207F90-F9CF-4A46-8434-57CFC3AC8785}" srcId="{61E4EB4E-3CCE-4A40-82E2-12D544ABD239}" destId="{82E0E1E7-EDA5-4F63-99C2-EF7D0A395E83}" srcOrd="2" destOrd="0" parTransId="{FB76A9FA-7328-4049-8453-FE464AD9BC3D}" sibTransId="{EC71AE51-EAEA-4246-935B-3739E1B957AE}"/>
    <dgm:cxn modelId="{2D091E96-04A6-402B-AB37-1E2770E7AABE}" srcId="{61E4EB4E-3CCE-4A40-82E2-12D544ABD239}" destId="{310F6590-CB85-4278-8D4D-10AA7DB5AB0C}" srcOrd="1" destOrd="0" parTransId="{80AFE86F-B023-48D0-93E0-7E74AEA64D2B}" sibTransId="{1EFEC955-4579-4F5D-9886-BF67A0FC01DF}"/>
    <dgm:cxn modelId="{285D0BAC-CE35-436E-A302-2F0420E25AEF}" type="presOf" srcId="{DD155984-152C-4122-B44D-4BDAFB5FFEA8}" destId="{F15D6CB7-A1BF-4AC0-BB8A-DCB722DBFCAE}" srcOrd="0" destOrd="0" presId="urn:microsoft.com/office/officeart/2005/8/layout/hierarchy1"/>
    <dgm:cxn modelId="{E61B60D2-8A65-4CE4-B488-8DB3869854E8}" srcId="{61E4EB4E-3CCE-4A40-82E2-12D544ABD239}" destId="{096CBA84-813D-40F8-BE82-D7EE400D7196}" srcOrd="0" destOrd="0" parTransId="{D7354DFD-1334-476B-8E0D-21FAA4797ACE}" sibTransId="{AEB41832-7FAF-4E82-85DA-7753DBCC6604}"/>
    <dgm:cxn modelId="{967ADE4E-3266-4131-9DB7-8DE6586B01BE}" type="presParOf" srcId="{CF5A85D3-9526-4467-B106-AE4FC21CC632}" destId="{36DB9C03-65F0-4615-BE88-31587C15377C}" srcOrd="0" destOrd="0" presId="urn:microsoft.com/office/officeart/2005/8/layout/hierarchy1"/>
    <dgm:cxn modelId="{F5343FC5-D7E0-4BEA-8D97-F7A186A7EBD3}" type="presParOf" srcId="{36DB9C03-65F0-4615-BE88-31587C15377C}" destId="{182772F4-0622-4E33-BBB3-84B55B26BE80}" srcOrd="0" destOrd="0" presId="urn:microsoft.com/office/officeart/2005/8/layout/hierarchy1"/>
    <dgm:cxn modelId="{1D8727F4-2684-46F4-BDA3-2E8C78149ED2}" type="presParOf" srcId="{182772F4-0622-4E33-BBB3-84B55B26BE80}" destId="{F5CDFA0C-95E4-48A1-9788-638C1393FD9F}" srcOrd="0" destOrd="0" presId="urn:microsoft.com/office/officeart/2005/8/layout/hierarchy1"/>
    <dgm:cxn modelId="{6919B979-5259-4EB0-81DF-8F9183CE84EE}" type="presParOf" srcId="{182772F4-0622-4E33-BBB3-84B55B26BE80}" destId="{C56DBE89-08AF-493C-8F64-819717139844}" srcOrd="1" destOrd="0" presId="urn:microsoft.com/office/officeart/2005/8/layout/hierarchy1"/>
    <dgm:cxn modelId="{C0BF7ACE-0EEC-432C-BA6D-1E1F6D0F80EA}" type="presParOf" srcId="{36DB9C03-65F0-4615-BE88-31587C15377C}" destId="{C1683471-57B3-42BD-8CB5-BC4132D45C2A}" srcOrd="1" destOrd="0" presId="urn:microsoft.com/office/officeart/2005/8/layout/hierarchy1"/>
    <dgm:cxn modelId="{241064BD-13EC-468C-B3DB-6215C4857244}" type="presParOf" srcId="{CF5A85D3-9526-4467-B106-AE4FC21CC632}" destId="{0263325F-C44E-4FBC-A760-C33F511CAE31}" srcOrd="1" destOrd="0" presId="urn:microsoft.com/office/officeart/2005/8/layout/hierarchy1"/>
    <dgm:cxn modelId="{751A8CC1-909F-4E3E-B269-AA061D9ADD34}" type="presParOf" srcId="{0263325F-C44E-4FBC-A760-C33F511CAE31}" destId="{0FC21991-5418-44AB-9848-C355D6A7E0A9}" srcOrd="0" destOrd="0" presId="urn:microsoft.com/office/officeart/2005/8/layout/hierarchy1"/>
    <dgm:cxn modelId="{AAC64584-1984-46DB-B333-B32A2CF2110F}" type="presParOf" srcId="{0FC21991-5418-44AB-9848-C355D6A7E0A9}" destId="{B554D3F3-7F9A-46B3-8917-B637458BFC9C}" srcOrd="0" destOrd="0" presId="urn:microsoft.com/office/officeart/2005/8/layout/hierarchy1"/>
    <dgm:cxn modelId="{19D39DA3-B894-4F19-8493-CCC78A6FCF86}" type="presParOf" srcId="{0FC21991-5418-44AB-9848-C355D6A7E0A9}" destId="{11141B16-737F-4A6B-8B19-9348E610DC76}" srcOrd="1" destOrd="0" presId="urn:microsoft.com/office/officeart/2005/8/layout/hierarchy1"/>
    <dgm:cxn modelId="{1FBC6BA8-7236-4CC2-AD2E-DC48DAF9B452}" type="presParOf" srcId="{0263325F-C44E-4FBC-A760-C33F511CAE31}" destId="{7AF22D13-862E-4D03-B1B3-339B74A55AC5}" srcOrd="1" destOrd="0" presId="urn:microsoft.com/office/officeart/2005/8/layout/hierarchy1"/>
    <dgm:cxn modelId="{82D8FDAA-AAC8-4A08-81EB-07942CD72C57}" type="presParOf" srcId="{CF5A85D3-9526-4467-B106-AE4FC21CC632}" destId="{FA9905FA-609A-4858-95DB-7FE920194B3F}" srcOrd="2" destOrd="0" presId="urn:microsoft.com/office/officeart/2005/8/layout/hierarchy1"/>
    <dgm:cxn modelId="{E7FA846B-232D-4772-8271-D34FE3C7F879}" type="presParOf" srcId="{FA9905FA-609A-4858-95DB-7FE920194B3F}" destId="{F784DF6C-B921-4E8C-8AD6-422225CDFA74}" srcOrd="0" destOrd="0" presId="urn:microsoft.com/office/officeart/2005/8/layout/hierarchy1"/>
    <dgm:cxn modelId="{6EFB695F-1C1D-44F8-9FE1-C1478F49B9F6}" type="presParOf" srcId="{F784DF6C-B921-4E8C-8AD6-422225CDFA74}" destId="{5BBBCA12-BCEF-4878-A0FE-9BEEFB9F0D57}" srcOrd="0" destOrd="0" presId="urn:microsoft.com/office/officeart/2005/8/layout/hierarchy1"/>
    <dgm:cxn modelId="{09775115-12E7-4658-A19D-C1B9BA4EF253}" type="presParOf" srcId="{F784DF6C-B921-4E8C-8AD6-422225CDFA74}" destId="{D86667AF-EF25-45B8-BF9F-167A46E0C38D}" srcOrd="1" destOrd="0" presId="urn:microsoft.com/office/officeart/2005/8/layout/hierarchy1"/>
    <dgm:cxn modelId="{1B2E6D33-CBCF-4CE4-BC4B-EC6988633DF0}" type="presParOf" srcId="{FA9905FA-609A-4858-95DB-7FE920194B3F}" destId="{2461634D-CDB5-4AD2-B08D-4E59A593E8CC}" srcOrd="1" destOrd="0" presId="urn:microsoft.com/office/officeart/2005/8/layout/hierarchy1"/>
    <dgm:cxn modelId="{D53AF4A1-FB59-48CF-A959-C300AA577A5A}" type="presParOf" srcId="{CF5A85D3-9526-4467-B106-AE4FC21CC632}" destId="{C28C70DC-01CB-4F2A-AA8C-35E2A594834F}" srcOrd="3" destOrd="0" presId="urn:microsoft.com/office/officeart/2005/8/layout/hierarchy1"/>
    <dgm:cxn modelId="{B268AB13-3FC9-48EF-B39F-5D714911B1BA}" type="presParOf" srcId="{C28C70DC-01CB-4F2A-AA8C-35E2A594834F}" destId="{81EB4F20-E567-42BB-B3A2-66CA644BB24D}" srcOrd="0" destOrd="0" presId="urn:microsoft.com/office/officeart/2005/8/layout/hierarchy1"/>
    <dgm:cxn modelId="{245DCD9E-0B06-4CFE-B2D0-BE14E7E368A8}" type="presParOf" srcId="{81EB4F20-E567-42BB-B3A2-66CA644BB24D}" destId="{FD6F3757-997E-47BB-BD82-283CA0EA2CD1}" srcOrd="0" destOrd="0" presId="urn:microsoft.com/office/officeart/2005/8/layout/hierarchy1"/>
    <dgm:cxn modelId="{24C4F89D-D348-4B8A-96A3-99ACF2DA97B0}" type="presParOf" srcId="{81EB4F20-E567-42BB-B3A2-66CA644BB24D}" destId="{F15D6CB7-A1BF-4AC0-BB8A-DCB722DBFCAE}" srcOrd="1" destOrd="0" presId="urn:microsoft.com/office/officeart/2005/8/layout/hierarchy1"/>
    <dgm:cxn modelId="{3F5B5C6A-0619-4090-9863-34B961403910}" type="presParOf" srcId="{C28C70DC-01CB-4F2A-AA8C-35E2A594834F}" destId="{5C87B0F5-789B-4280-8C2A-A781315510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E4EB4E-3CCE-4A40-82E2-12D544ABD23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6CBA84-813D-40F8-BE82-D7EE400D7196}">
      <dgm:prSet/>
      <dgm:spPr/>
      <dgm:t>
        <a:bodyPr/>
        <a:lstStyle/>
        <a:p>
          <a:r>
            <a:rPr lang="de-DE"/>
            <a:t>organisiert sein</a:t>
          </a:r>
          <a:endParaRPr lang="en-US"/>
        </a:p>
      </dgm:t>
    </dgm:pt>
    <dgm:pt modelId="{D7354DFD-1334-476B-8E0D-21FAA4797ACE}" type="parTrans" cxnId="{E61B60D2-8A65-4CE4-B488-8DB3869854E8}">
      <dgm:prSet/>
      <dgm:spPr/>
      <dgm:t>
        <a:bodyPr/>
        <a:lstStyle/>
        <a:p>
          <a:endParaRPr lang="en-US"/>
        </a:p>
      </dgm:t>
    </dgm:pt>
    <dgm:pt modelId="{AEB41832-7FAF-4E82-85DA-7753DBCC6604}" type="sibTrans" cxnId="{E61B60D2-8A65-4CE4-B488-8DB3869854E8}">
      <dgm:prSet/>
      <dgm:spPr/>
      <dgm:t>
        <a:bodyPr/>
        <a:lstStyle/>
        <a:p>
          <a:endParaRPr lang="en-US"/>
        </a:p>
      </dgm:t>
    </dgm:pt>
    <dgm:pt modelId="{310F6590-CB85-4278-8D4D-10AA7DB5AB0C}">
      <dgm:prSet/>
      <dgm:spPr/>
      <dgm:t>
        <a:bodyPr/>
        <a:lstStyle/>
        <a:p>
          <a:r>
            <a:rPr lang="de-DE" dirty="0"/>
            <a:t>User </a:t>
          </a:r>
          <a:r>
            <a:rPr lang="de-DE" dirty="0" err="1"/>
            <a:t>story</a:t>
          </a:r>
          <a:r>
            <a:rPr lang="de-DE" dirty="0"/>
            <a:t> planen (Wann und was ich mache)</a:t>
          </a:r>
          <a:endParaRPr lang="en-US" dirty="0"/>
        </a:p>
      </dgm:t>
    </dgm:pt>
    <dgm:pt modelId="{80AFE86F-B023-48D0-93E0-7E74AEA64D2B}" type="parTrans" cxnId="{2D091E96-04A6-402B-AB37-1E2770E7AABE}">
      <dgm:prSet/>
      <dgm:spPr/>
      <dgm:t>
        <a:bodyPr/>
        <a:lstStyle/>
        <a:p>
          <a:endParaRPr lang="en-US"/>
        </a:p>
      </dgm:t>
    </dgm:pt>
    <dgm:pt modelId="{1EFEC955-4579-4F5D-9886-BF67A0FC01DF}" type="sibTrans" cxnId="{2D091E96-04A6-402B-AB37-1E2770E7AABE}">
      <dgm:prSet/>
      <dgm:spPr/>
      <dgm:t>
        <a:bodyPr/>
        <a:lstStyle/>
        <a:p>
          <a:endParaRPr lang="en-US"/>
        </a:p>
      </dgm:t>
    </dgm:pt>
    <dgm:pt modelId="{82E0E1E7-EDA5-4F63-99C2-EF7D0A395E83}">
      <dgm:prSet/>
      <dgm:spPr/>
      <dgm:t>
        <a:bodyPr/>
        <a:lstStyle/>
        <a:p>
          <a:r>
            <a:rPr lang="de-DE" dirty="0"/>
            <a:t>Im Internet recherchieren (neue Ideen)</a:t>
          </a:r>
          <a:endParaRPr lang="en-US" dirty="0"/>
        </a:p>
      </dgm:t>
    </dgm:pt>
    <dgm:pt modelId="{FB76A9FA-7328-4049-8453-FE464AD9BC3D}" type="parTrans" cxnId="{FF207F90-F9CF-4A46-8434-57CFC3AC8785}">
      <dgm:prSet/>
      <dgm:spPr/>
      <dgm:t>
        <a:bodyPr/>
        <a:lstStyle/>
        <a:p>
          <a:endParaRPr lang="en-US"/>
        </a:p>
      </dgm:t>
    </dgm:pt>
    <dgm:pt modelId="{EC71AE51-EAEA-4246-935B-3739E1B957AE}" type="sibTrans" cxnId="{FF207F90-F9CF-4A46-8434-57CFC3AC8785}">
      <dgm:prSet/>
      <dgm:spPr/>
      <dgm:t>
        <a:bodyPr/>
        <a:lstStyle/>
        <a:p>
          <a:endParaRPr lang="en-US"/>
        </a:p>
      </dgm:t>
    </dgm:pt>
    <dgm:pt modelId="{CF5A85D3-9526-4467-B106-AE4FC21CC632}" type="pres">
      <dgm:prSet presAssocID="{61E4EB4E-3CCE-4A40-82E2-12D544ABD23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DB9C03-65F0-4615-BE88-31587C15377C}" type="pres">
      <dgm:prSet presAssocID="{096CBA84-813D-40F8-BE82-D7EE400D7196}" presName="hierRoot1" presStyleCnt="0"/>
      <dgm:spPr/>
    </dgm:pt>
    <dgm:pt modelId="{182772F4-0622-4E33-BBB3-84B55B26BE80}" type="pres">
      <dgm:prSet presAssocID="{096CBA84-813D-40F8-BE82-D7EE400D7196}" presName="composite" presStyleCnt="0"/>
      <dgm:spPr/>
    </dgm:pt>
    <dgm:pt modelId="{F5CDFA0C-95E4-48A1-9788-638C1393FD9F}" type="pres">
      <dgm:prSet presAssocID="{096CBA84-813D-40F8-BE82-D7EE400D7196}" presName="background" presStyleLbl="node0" presStyleIdx="0" presStyleCnt="3"/>
      <dgm:spPr/>
    </dgm:pt>
    <dgm:pt modelId="{C56DBE89-08AF-493C-8F64-819717139844}" type="pres">
      <dgm:prSet presAssocID="{096CBA84-813D-40F8-BE82-D7EE400D7196}" presName="text" presStyleLbl="fgAcc0" presStyleIdx="0" presStyleCnt="3">
        <dgm:presLayoutVars>
          <dgm:chPref val="3"/>
        </dgm:presLayoutVars>
      </dgm:prSet>
      <dgm:spPr/>
    </dgm:pt>
    <dgm:pt modelId="{C1683471-57B3-42BD-8CB5-BC4132D45C2A}" type="pres">
      <dgm:prSet presAssocID="{096CBA84-813D-40F8-BE82-D7EE400D7196}" presName="hierChild2" presStyleCnt="0"/>
      <dgm:spPr/>
    </dgm:pt>
    <dgm:pt modelId="{0263325F-C44E-4FBC-A760-C33F511CAE31}" type="pres">
      <dgm:prSet presAssocID="{310F6590-CB85-4278-8D4D-10AA7DB5AB0C}" presName="hierRoot1" presStyleCnt="0"/>
      <dgm:spPr/>
    </dgm:pt>
    <dgm:pt modelId="{0FC21991-5418-44AB-9848-C355D6A7E0A9}" type="pres">
      <dgm:prSet presAssocID="{310F6590-CB85-4278-8D4D-10AA7DB5AB0C}" presName="composite" presStyleCnt="0"/>
      <dgm:spPr/>
    </dgm:pt>
    <dgm:pt modelId="{B554D3F3-7F9A-46B3-8917-B637458BFC9C}" type="pres">
      <dgm:prSet presAssocID="{310F6590-CB85-4278-8D4D-10AA7DB5AB0C}" presName="background" presStyleLbl="node0" presStyleIdx="1" presStyleCnt="3"/>
      <dgm:spPr/>
    </dgm:pt>
    <dgm:pt modelId="{11141B16-737F-4A6B-8B19-9348E610DC76}" type="pres">
      <dgm:prSet presAssocID="{310F6590-CB85-4278-8D4D-10AA7DB5AB0C}" presName="text" presStyleLbl="fgAcc0" presStyleIdx="1" presStyleCnt="3">
        <dgm:presLayoutVars>
          <dgm:chPref val="3"/>
        </dgm:presLayoutVars>
      </dgm:prSet>
      <dgm:spPr/>
    </dgm:pt>
    <dgm:pt modelId="{7AF22D13-862E-4D03-B1B3-339B74A55AC5}" type="pres">
      <dgm:prSet presAssocID="{310F6590-CB85-4278-8D4D-10AA7DB5AB0C}" presName="hierChild2" presStyleCnt="0"/>
      <dgm:spPr/>
    </dgm:pt>
    <dgm:pt modelId="{FA9905FA-609A-4858-95DB-7FE920194B3F}" type="pres">
      <dgm:prSet presAssocID="{82E0E1E7-EDA5-4F63-99C2-EF7D0A395E83}" presName="hierRoot1" presStyleCnt="0"/>
      <dgm:spPr/>
    </dgm:pt>
    <dgm:pt modelId="{F784DF6C-B921-4E8C-8AD6-422225CDFA74}" type="pres">
      <dgm:prSet presAssocID="{82E0E1E7-EDA5-4F63-99C2-EF7D0A395E83}" presName="composite" presStyleCnt="0"/>
      <dgm:spPr/>
    </dgm:pt>
    <dgm:pt modelId="{5BBBCA12-BCEF-4878-A0FE-9BEEFB9F0D57}" type="pres">
      <dgm:prSet presAssocID="{82E0E1E7-EDA5-4F63-99C2-EF7D0A395E83}" presName="background" presStyleLbl="node0" presStyleIdx="2" presStyleCnt="3"/>
      <dgm:spPr/>
    </dgm:pt>
    <dgm:pt modelId="{D86667AF-EF25-45B8-BF9F-167A46E0C38D}" type="pres">
      <dgm:prSet presAssocID="{82E0E1E7-EDA5-4F63-99C2-EF7D0A395E83}" presName="text" presStyleLbl="fgAcc0" presStyleIdx="2" presStyleCnt="3">
        <dgm:presLayoutVars>
          <dgm:chPref val="3"/>
        </dgm:presLayoutVars>
      </dgm:prSet>
      <dgm:spPr/>
    </dgm:pt>
    <dgm:pt modelId="{2461634D-CDB5-4AD2-B08D-4E59A593E8CC}" type="pres">
      <dgm:prSet presAssocID="{82E0E1E7-EDA5-4F63-99C2-EF7D0A395E83}" presName="hierChild2" presStyleCnt="0"/>
      <dgm:spPr/>
    </dgm:pt>
  </dgm:ptLst>
  <dgm:cxnLst>
    <dgm:cxn modelId="{D456A70E-4E16-4576-B00C-27F053DD100C}" type="presOf" srcId="{310F6590-CB85-4278-8D4D-10AA7DB5AB0C}" destId="{11141B16-737F-4A6B-8B19-9348E610DC76}" srcOrd="0" destOrd="0" presId="urn:microsoft.com/office/officeart/2005/8/layout/hierarchy1"/>
    <dgm:cxn modelId="{98FB0718-D5C9-4899-B953-FFDE298CBBB2}" type="presOf" srcId="{82E0E1E7-EDA5-4F63-99C2-EF7D0A395E83}" destId="{D86667AF-EF25-45B8-BF9F-167A46E0C38D}" srcOrd="0" destOrd="0" presId="urn:microsoft.com/office/officeart/2005/8/layout/hierarchy1"/>
    <dgm:cxn modelId="{D6EA171F-D2C5-43F1-9851-DD82BCB72169}" type="presOf" srcId="{61E4EB4E-3CCE-4A40-82E2-12D544ABD239}" destId="{CF5A85D3-9526-4467-B106-AE4FC21CC632}" srcOrd="0" destOrd="0" presId="urn:microsoft.com/office/officeart/2005/8/layout/hierarchy1"/>
    <dgm:cxn modelId="{9EA75559-1336-49FB-99CD-5A07C5A04BC7}" type="presOf" srcId="{096CBA84-813D-40F8-BE82-D7EE400D7196}" destId="{C56DBE89-08AF-493C-8F64-819717139844}" srcOrd="0" destOrd="0" presId="urn:microsoft.com/office/officeart/2005/8/layout/hierarchy1"/>
    <dgm:cxn modelId="{FF207F90-F9CF-4A46-8434-57CFC3AC8785}" srcId="{61E4EB4E-3CCE-4A40-82E2-12D544ABD239}" destId="{82E0E1E7-EDA5-4F63-99C2-EF7D0A395E83}" srcOrd="2" destOrd="0" parTransId="{FB76A9FA-7328-4049-8453-FE464AD9BC3D}" sibTransId="{EC71AE51-EAEA-4246-935B-3739E1B957AE}"/>
    <dgm:cxn modelId="{2D091E96-04A6-402B-AB37-1E2770E7AABE}" srcId="{61E4EB4E-3CCE-4A40-82E2-12D544ABD239}" destId="{310F6590-CB85-4278-8D4D-10AA7DB5AB0C}" srcOrd="1" destOrd="0" parTransId="{80AFE86F-B023-48D0-93E0-7E74AEA64D2B}" sibTransId="{1EFEC955-4579-4F5D-9886-BF67A0FC01DF}"/>
    <dgm:cxn modelId="{E61B60D2-8A65-4CE4-B488-8DB3869854E8}" srcId="{61E4EB4E-3CCE-4A40-82E2-12D544ABD239}" destId="{096CBA84-813D-40F8-BE82-D7EE400D7196}" srcOrd="0" destOrd="0" parTransId="{D7354DFD-1334-476B-8E0D-21FAA4797ACE}" sibTransId="{AEB41832-7FAF-4E82-85DA-7753DBCC6604}"/>
    <dgm:cxn modelId="{967ADE4E-3266-4131-9DB7-8DE6586B01BE}" type="presParOf" srcId="{CF5A85D3-9526-4467-B106-AE4FC21CC632}" destId="{36DB9C03-65F0-4615-BE88-31587C15377C}" srcOrd="0" destOrd="0" presId="urn:microsoft.com/office/officeart/2005/8/layout/hierarchy1"/>
    <dgm:cxn modelId="{F5343FC5-D7E0-4BEA-8D97-F7A186A7EBD3}" type="presParOf" srcId="{36DB9C03-65F0-4615-BE88-31587C15377C}" destId="{182772F4-0622-4E33-BBB3-84B55B26BE80}" srcOrd="0" destOrd="0" presId="urn:microsoft.com/office/officeart/2005/8/layout/hierarchy1"/>
    <dgm:cxn modelId="{1D8727F4-2684-46F4-BDA3-2E8C78149ED2}" type="presParOf" srcId="{182772F4-0622-4E33-BBB3-84B55B26BE80}" destId="{F5CDFA0C-95E4-48A1-9788-638C1393FD9F}" srcOrd="0" destOrd="0" presId="urn:microsoft.com/office/officeart/2005/8/layout/hierarchy1"/>
    <dgm:cxn modelId="{6919B979-5259-4EB0-81DF-8F9183CE84EE}" type="presParOf" srcId="{182772F4-0622-4E33-BBB3-84B55B26BE80}" destId="{C56DBE89-08AF-493C-8F64-819717139844}" srcOrd="1" destOrd="0" presId="urn:microsoft.com/office/officeart/2005/8/layout/hierarchy1"/>
    <dgm:cxn modelId="{C0BF7ACE-0EEC-432C-BA6D-1E1F6D0F80EA}" type="presParOf" srcId="{36DB9C03-65F0-4615-BE88-31587C15377C}" destId="{C1683471-57B3-42BD-8CB5-BC4132D45C2A}" srcOrd="1" destOrd="0" presId="urn:microsoft.com/office/officeart/2005/8/layout/hierarchy1"/>
    <dgm:cxn modelId="{241064BD-13EC-468C-B3DB-6215C4857244}" type="presParOf" srcId="{CF5A85D3-9526-4467-B106-AE4FC21CC632}" destId="{0263325F-C44E-4FBC-A760-C33F511CAE31}" srcOrd="1" destOrd="0" presId="urn:microsoft.com/office/officeart/2005/8/layout/hierarchy1"/>
    <dgm:cxn modelId="{751A8CC1-909F-4E3E-B269-AA061D9ADD34}" type="presParOf" srcId="{0263325F-C44E-4FBC-A760-C33F511CAE31}" destId="{0FC21991-5418-44AB-9848-C355D6A7E0A9}" srcOrd="0" destOrd="0" presId="urn:microsoft.com/office/officeart/2005/8/layout/hierarchy1"/>
    <dgm:cxn modelId="{AAC64584-1984-46DB-B333-B32A2CF2110F}" type="presParOf" srcId="{0FC21991-5418-44AB-9848-C355D6A7E0A9}" destId="{B554D3F3-7F9A-46B3-8917-B637458BFC9C}" srcOrd="0" destOrd="0" presId="urn:microsoft.com/office/officeart/2005/8/layout/hierarchy1"/>
    <dgm:cxn modelId="{19D39DA3-B894-4F19-8493-CCC78A6FCF86}" type="presParOf" srcId="{0FC21991-5418-44AB-9848-C355D6A7E0A9}" destId="{11141B16-737F-4A6B-8B19-9348E610DC76}" srcOrd="1" destOrd="0" presId="urn:microsoft.com/office/officeart/2005/8/layout/hierarchy1"/>
    <dgm:cxn modelId="{1FBC6BA8-7236-4CC2-AD2E-DC48DAF9B452}" type="presParOf" srcId="{0263325F-C44E-4FBC-A760-C33F511CAE31}" destId="{7AF22D13-862E-4D03-B1B3-339B74A55AC5}" srcOrd="1" destOrd="0" presId="urn:microsoft.com/office/officeart/2005/8/layout/hierarchy1"/>
    <dgm:cxn modelId="{82D8FDAA-AAC8-4A08-81EB-07942CD72C57}" type="presParOf" srcId="{CF5A85D3-9526-4467-B106-AE4FC21CC632}" destId="{FA9905FA-609A-4858-95DB-7FE920194B3F}" srcOrd="2" destOrd="0" presId="urn:microsoft.com/office/officeart/2005/8/layout/hierarchy1"/>
    <dgm:cxn modelId="{E7FA846B-232D-4772-8271-D34FE3C7F879}" type="presParOf" srcId="{FA9905FA-609A-4858-95DB-7FE920194B3F}" destId="{F784DF6C-B921-4E8C-8AD6-422225CDFA74}" srcOrd="0" destOrd="0" presId="urn:microsoft.com/office/officeart/2005/8/layout/hierarchy1"/>
    <dgm:cxn modelId="{6EFB695F-1C1D-44F8-9FE1-C1478F49B9F6}" type="presParOf" srcId="{F784DF6C-B921-4E8C-8AD6-422225CDFA74}" destId="{5BBBCA12-BCEF-4878-A0FE-9BEEFB9F0D57}" srcOrd="0" destOrd="0" presId="urn:microsoft.com/office/officeart/2005/8/layout/hierarchy1"/>
    <dgm:cxn modelId="{09775115-12E7-4658-A19D-C1B9BA4EF253}" type="presParOf" srcId="{F784DF6C-B921-4E8C-8AD6-422225CDFA74}" destId="{D86667AF-EF25-45B8-BF9F-167A46E0C38D}" srcOrd="1" destOrd="0" presId="urn:microsoft.com/office/officeart/2005/8/layout/hierarchy1"/>
    <dgm:cxn modelId="{1B2E6D33-CBCF-4CE4-BC4B-EC6988633DF0}" type="presParOf" srcId="{FA9905FA-609A-4858-95DB-7FE920194B3F}" destId="{2461634D-CDB5-4AD2-B08D-4E59A593E8C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3871C4-FF2B-4AE5-AC75-B40F6016A5D4}">
      <dsp:nvSpPr>
        <dsp:cNvPr id="0" name=""/>
        <dsp:cNvSpPr/>
      </dsp:nvSpPr>
      <dsp:spPr>
        <a:xfrm>
          <a:off x="1057540" y="53859"/>
          <a:ext cx="1128467" cy="11284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D14BEE-5C35-4EA0-9CD2-6E1923144449}">
      <dsp:nvSpPr>
        <dsp:cNvPr id="0" name=""/>
        <dsp:cNvSpPr/>
      </dsp:nvSpPr>
      <dsp:spPr>
        <a:xfrm>
          <a:off x="9678" y="1327157"/>
          <a:ext cx="3224192" cy="4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600" kern="1200"/>
            <a:t>Intro</a:t>
          </a:r>
          <a:endParaRPr lang="en-US" sz="3600" kern="1200"/>
        </a:p>
      </dsp:txBody>
      <dsp:txXfrm>
        <a:off x="9678" y="1327157"/>
        <a:ext cx="3224192" cy="483628"/>
      </dsp:txXfrm>
    </dsp:sp>
    <dsp:sp modelId="{91573236-058D-481E-BA26-45EEE1DDDC99}">
      <dsp:nvSpPr>
        <dsp:cNvPr id="0" name=""/>
        <dsp:cNvSpPr/>
      </dsp:nvSpPr>
      <dsp:spPr>
        <a:xfrm>
          <a:off x="9678" y="1878150"/>
          <a:ext cx="3224192" cy="1543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6F1E3E-44ED-460F-B783-2011D5A4852B}">
      <dsp:nvSpPr>
        <dsp:cNvPr id="0" name=""/>
        <dsp:cNvSpPr/>
      </dsp:nvSpPr>
      <dsp:spPr>
        <a:xfrm>
          <a:off x="4845966" y="53859"/>
          <a:ext cx="1128467" cy="11284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75748-4B56-4A1E-B041-EA8B30D7C1D6}">
      <dsp:nvSpPr>
        <dsp:cNvPr id="0" name=""/>
        <dsp:cNvSpPr/>
      </dsp:nvSpPr>
      <dsp:spPr>
        <a:xfrm>
          <a:off x="3798103" y="1327157"/>
          <a:ext cx="3224192" cy="4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/>
            <a:t>Atelier</a:t>
          </a:r>
          <a:endParaRPr lang="en-US" sz="3600" kern="1200"/>
        </a:p>
      </dsp:txBody>
      <dsp:txXfrm>
        <a:off x="3798103" y="1327157"/>
        <a:ext cx="3224192" cy="483628"/>
      </dsp:txXfrm>
    </dsp:sp>
    <dsp:sp modelId="{CEDEA22F-61FD-469B-8288-80292530BEE0}">
      <dsp:nvSpPr>
        <dsp:cNvPr id="0" name=""/>
        <dsp:cNvSpPr/>
      </dsp:nvSpPr>
      <dsp:spPr>
        <a:xfrm>
          <a:off x="3798103" y="1878150"/>
          <a:ext cx="3224192" cy="1543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User Story 4: Türrahmenmodell herstellen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User Story 5: Endmontage, Verdrahten &amp; Prüfen des Modells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User Story 6: Inbetrieb nehmen des Modells</a:t>
          </a:r>
          <a:endParaRPr lang="en-US" sz="1700" kern="1200"/>
        </a:p>
      </dsp:txBody>
      <dsp:txXfrm>
        <a:off x="3798103" y="1878150"/>
        <a:ext cx="3224192" cy="1543882"/>
      </dsp:txXfrm>
    </dsp:sp>
    <dsp:sp modelId="{5D2D0889-BCD5-4A7B-BDD7-7CA670E51AC6}">
      <dsp:nvSpPr>
        <dsp:cNvPr id="0" name=""/>
        <dsp:cNvSpPr/>
      </dsp:nvSpPr>
      <dsp:spPr>
        <a:xfrm>
          <a:off x="8634392" y="53859"/>
          <a:ext cx="1128467" cy="11284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8C1BF-2964-433F-AA46-5FA5C4F12C49}">
      <dsp:nvSpPr>
        <dsp:cNvPr id="0" name=""/>
        <dsp:cNvSpPr/>
      </dsp:nvSpPr>
      <dsp:spPr>
        <a:xfrm>
          <a:off x="7586529" y="1327157"/>
          <a:ext cx="3224192" cy="4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/>
            <a:t>Labo</a:t>
          </a:r>
          <a:endParaRPr lang="en-US" sz="3600" kern="1200"/>
        </a:p>
      </dsp:txBody>
      <dsp:txXfrm>
        <a:off x="7586529" y="1327157"/>
        <a:ext cx="3224192" cy="483628"/>
      </dsp:txXfrm>
    </dsp:sp>
    <dsp:sp modelId="{F2AC21B8-177C-47A5-B774-1201DFC2615D}">
      <dsp:nvSpPr>
        <dsp:cNvPr id="0" name=""/>
        <dsp:cNvSpPr/>
      </dsp:nvSpPr>
      <dsp:spPr>
        <a:xfrm>
          <a:off x="7586529" y="1878150"/>
          <a:ext cx="3224192" cy="1543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User Story 3: Netzwerk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User Story 4: Webserver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User Story 5: Controller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User Story 6: Backup Server</a:t>
          </a:r>
          <a:endParaRPr lang="en-US" sz="1700" kern="1200"/>
        </a:p>
      </dsp:txBody>
      <dsp:txXfrm>
        <a:off x="7586529" y="1878150"/>
        <a:ext cx="3224192" cy="15438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CDFA0C-95E4-48A1-9788-638C1393FD9F}">
      <dsp:nvSpPr>
        <dsp:cNvPr id="0" name=""/>
        <dsp:cNvSpPr/>
      </dsp:nvSpPr>
      <dsp:spPr>
        <a:xfrm>
          <a:off x="2779" y="1224244"/>
          <a:ext cx="1984466" cy="12601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DBE89-08AF-493C-8F64-819717139844}">
      <dsp:nvSpPr>
        <dsp:cNvPr id="0" name=""/>
        <dsp:cNvSpPr/>
      </dsp:nvSpPr>
      <dsp:spPr>
        <a:xfrm>
          <a:off x="223275" y="1433716"/>
          <a:ext cx="1984466" cy="1260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organisiert sein</a:t>
          </a:r>
          <a:endParaRPr lang="en-US" sz="2000" kern="1200"/>
        </a:p>
      </dsp:txBody>
      <dsp:txXfrm>
        <a:off x="260183" y="1470624"/>
        <a:ext cx="1910650" cy="1186320"/>
      </dsp:txXfrm>
    </dsp:sp>
    <dsp:sp modelId="{B554D3F3-7F9A-46B3-8917-B637458BFC9C}">
      <dsp:nvSpPr>
        <dsp:cNvPr id="0" name=""/>
        <dsp:cNvSpPr/>
      </dsp:nvSpPr>
      <dsp:spPr>
        <a:xfrm>
          <a:off x="2428239" y="1224244"/>
          <a:ext cx="1984466" cy="12601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41B16-737F-4A6B-8B19-9348E610DC76}">
      <dsp:nvSpPr>
        <dsp:cNvPr id="0" name=""/>
        <dsp:cNvSpPr/>
      </dsp:nvSpPr>
      <dsp:spPr>
        <a:xfrm>
          <a:off x="2648735" y="1433716"/>
          <a:ext cx="1984466" cy="1260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Sicherheitsregeln des Ateliers halten</a:t>
          </a:r>
          <a:endParaRPr lang="en-US" sz="2000" kern="1200"/>
        </a:p>
      </dsp:txBody>
      <dsp:txXfrm>
        <a:off x="2685643" y="1470624"/>
        <a:ext cx="1910650" cy="1186320"/>
      </dsp:txXfrm>
    </dsp:sp>
    <dsp:sp modelId="{5BBBCA12-BCEF-4878-A0FE-9BEEFB9F0D57}">
      <dsp:nvSpPr>
        <dsp:cNvPr id="0" name=""/>
        <dsp:cNvSpPr/>
      </dsp:nvSpPr>
      <dsp:spPr>
        <a:xfrm>
          <a:off x="4853698" y="1224244"/>
          <a:ext cx="1984466" cy="12601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667AF-EF25-45B8-BF9F-167A46E0C38D}">
      <dsp:nvSpPr>
        <dsp:cNvPr id="0" name=""/>
        <dsp:cNvSpPr/>
      </dsp:nvSpPr>
      <dsp:spPr>
        <a:xfrm>
          <a:off x="5074194" y="1433716"/>
          <a:ext cx="1984466" cy="1260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sauber Arbeiten</a:t>
          </a:r>
          <a:endParaRPr lang="en-US" sz="2000" kern="1200"/>
        </a:p>
      </dsp:txBody>
      <dsp:txXfrm>
        <a:off x="5111102" y="1470624"/>
        <a:ext cx="1910650" cy="1186320"/>
      </dsp:txXfrm>
    </dsp:sp>
    <dsp:sp modelId="{FD6F3757-997E-47BB-BD82-283CA0EA2CD1}">
      <dsp:nvSpPr>
        <dsp:cNvPr id="0" name=""/>
        <dsp:cNvSpPr/>
      </dsp:nvSpPr>
      <dsp:spPr>
        <a:xfrm>
          <a:off x="7279158" y="1224244"/>
          <a:ext cx="1984466" cy="12601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D6CB7-A1BF-4AC0-BB8A-DCB722DBFCAE}">
      <dsp:nvSpPr>
        <dsp:cNvPr id="0" name=""/>
        <dsp:cNvSpPr/>
      </dsp:nvSpPr>
      <dsp:spPr>
        <a:xfrm>
          <a:off x="7499654" y="1433716"/>
          <a:ext cx="1984466" cy="1260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Arbeit planen</a:t>
          </a:r>
          <a:endParaRPr lang="en-US" sz="2000" kern="1200"/>
        </a:p>
      </dsp:txBody>
      <dsp:txXfrm>
        <a:off x="7536562" y="1470624"/>
        <a:ext cx="1910650" cy="11863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CDFA0C-95E4-48A1-9788-638C1393FD9F}">
      <dsp:nvSpPr>
        <dsp:cNvPr id="0" name=""/>
        <dsp:cNvSpPr/>
      </dsp:nvSpPr>
      <dsp:spPr>
        <a:xfrm>
          <a:off x="0" y="971077"/>
          <a:ext cx="2668190" cy="16943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DBE89-08AF-493C-8F64-819717139844}">
      <dsp:nvSpPr>
        <dsp:cNvPr id="0" name=""/>
        <dsp:cNvSpPr/>
      </dsp:nvSpPr>
      <dsp:spPr>
        <a:xfrm>
          <a:off x="296465" y="1252719"/>
          <a:ext cx="2668190" cy="16943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/>
            <a:t>organisiert sein</a:t>
          </a:r>
          <a:endParaRPr lang="en-US" sz="2600" kern="1200"/>
        </a:p>
      </dsp:txBody>
      <dsp:txXfrm>
        <a:off x="346089" y="1302343"/>
        <a:ext cx="2568942" cy="1595053"/>
      </dsp:txXfrm>
    </dsp:sp>
    <dsp:sp modelId="{B554D3F3-7F9A-46B3-8917-B637458BFC9C}">
      <dsp:nvSpPr>
        <dsp:cNvPr id="0" name=""/>
        <dsp:cNvSpPr/>
      </dsp:nvSpPr>
      <dsp:spPr>
        <a:xfrm>
          <a:off x="3261122" y="971077"/>
          <a:ext cx="2668190" cy="16943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41B16-737F-4A6B-8B19-9348E610DC76}">
      <dsp:nvSpPr>
        <dsp:cNvPr id="0" name=""/>
        <dsp:cNvSpPr/>
      </dsp:nvSpPr>
      <dsp:spPr>
        <a:xfrm>
          <a:off x="3557587" y="1252719"/>
          <a:ext cx="2668190" cy="16943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User </a:t>
          </a:r>
          <a:r>
            <a:rPr lang="de-DE" sz="2600" kern="1200" dirty="0" err="1"/>
            <a:t>story</a:t>
          </a:r>
          <a:r>
            <a:rPr lang="de-DE" sz="2600" kern="1200" dirty="0"/>
            <a:t> planen (Wann und was ich mache)</a:t>
          </a:r>
          <a:endParaRPr lang="en-US" sz="2600" kern="1200" dirty="0"/>
        </a:p>
      </dsp:txBody>
      <dsp:txXfrm>
        <a:off x="3607211" y="1302343"/>
        <a:ext cx="2568942" cy="1595053"/>
      </dsp:txXfrm>
    </dsp:sp>
    <dsp:sp modelId="{5BBBCA12-BCEF-4878-A0FE-9BEEFB9F0D57}">
      <dsp:nvSpPr>
        <dsp:cNvPr id="0" name=""/>
        <dsp:cNvSpPr/>
      </dsp:nvSpPr>
      <dsp:spPr>
        <a:xfrm>
          <a:off x="6522244" y="971077"/>
          <a:ext cx="2668190" cy="16943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667AF-EF25-45B8-BF9F-167A46E0C38D}">
      <dsp:nvSpPr>
        <dsp:cNvPr id="0" name=""/>
        <dsp:cNvSpPr/>
      </dsp:nvSpPr>
      <dsp:spPr>
        <a:xfrm>
          <a:off x="6818710" y="1252719"/>
          <a:ext cx="2668190" cy="16943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Im Internet recherchieren (neue Ideen)</a:t>
          </a:r>
          <a:endParaRPr lang="en-US" sz="2600" kern="1200" dirty="0"/>
        </a:p>
      </dsp:txBody>
      <dsp:txXfrm>
        <a:off x="6868334" y="1302343"/>
        <a:ext cx="2568942" cy="15950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A6F69E-1BD7-45C0-A748-4A916362AEF2}" type="datetimeFigureOut">
              <a:rPr lang="en-GB" smtClean="0"/>
              <a:t>10/05/2023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03A62-0AE8-4B04-BC6B-31C1910CA15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576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03A62-0AE8-4B04-BC6B-31C1910CA15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5279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5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18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9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5/10/2023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0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5/10/2023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35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5/10/2023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92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12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18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54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85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63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1FB7DE9-F562-4290-99B7-8C2189D6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54F8A8-7D5A-4944-8B6C-36BBF5C0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3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07C8AC1-15C9-DB1C-38A3-1922ADCD6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4953282"/>
            <a:ext cx="6781800" cy="7611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1900"/>
              <a:t>Pereira Moreira Hugo Emanuel</a:t>
            </a:r>
          </a:p>
          <a:p>
            <a:pPr>
              <a:lnSpc>
                <a:spcPct val="90000"/>
              </a:lnSpc>
            </a:pPr>
            <a:r>
              <a:rPr lang="de-DE" sz="1900"/>
              <a:t>1TPIF</a:t>
            </a:r>
            <a:endParaRPr lang="en-GB" sz="19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D019FAD-D535-00ED-30E6-E5A7B8870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732" y="1716133"/>
            <a:ext cx="5500468" cy="153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70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E646A7-D148-4320-A501-0291AA75A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799"/>
            <a:ext cx="10820400" cy="1371601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74D7E4-A76B-83B2-7F39-924A4848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045" y="947223"/>
            <a:ext cx="9394874" cy="9284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u="sng" kern="1200" cap="all" spc="300" baseline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Inhaltverzeichnis</a:t>
            </a:r>
          </a:p>
        </p:txBody>
      </p:sp>
      <p:graphicFrame>
        <p:nvGraphicFramePr>
          <p:cNvPr id="5" name="Textfeld 2">
            <a:extLst>
              <a:ext uri="{FF2B5EF4-FFF2-40B4-BE49-F238E27FC236}">
                <a16:creationId xmlns:a16="http://schemas.microsoft.com/office/drawing/2014/main" id="{068298D7-DB55-206B-C633-66602FC973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4280247"/>
              </p:ext>
            </p:extLst>
          </p:nvPr>
        </p:nvGraphicFramePr>
        <p:xfrm>
          <a:off x="685800" y="2696308"/>
          <a:ext cx="10820400" cy="3475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3186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C9860E-7947-0D8B-8009-3673669A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0" y="722613"/>
            <a:ext cx="9486900" cy="73442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</a:t>
            </a:r>
            <a:endParaRPr lang="en-GB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EBC176E-11F9-5323-67B0-B4A1037AB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907" y="1577916"/>
            <a:ext cx="5324186" cy="370216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A07AFC2-25F0-62C2-1479-41EA1478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593" y="1577916"/>
            <a:ext cx="1424491" cy="142449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F827A80-FAE6-8160-8F1F-DAB18D63E0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084" y="1577916"/>
            <a:ext cx="1424490" cy="142449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19474100-4C6A-EC2C-82E9-9E46C2C476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0575" y="1577916"/>
            <a:ext cx="1424490" cy="142449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F633D452-045D-2E22-50E3-D64D328665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17126" flipV="1">
            <a:off x="10101806" y="2716754"/>
            <a:ext cx="1463926" cy="142449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7814E667-C467-2ADE-71E8-2DDEEBB809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265" y="3855591"/>
            <a:ext cx="1424491" cy="142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244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64369-D7E1-A7AF-B9D4-DE854165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83854"/>
            <a:ext cx="9486900" cy="773545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Atelier</a:t>
            </a:r>
            <a:endParaRPr lang="en-GB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2414C359-0F9B-65CE-A94F-AB02A97C3F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599" y="2254103"/>
          <a:ext cx="9486901" cy="3918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690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74D7E4-A76B-83B2-7F39-924A4848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0" y="311084"/>
            <a:ext cx="9486900" cy="1208988"/>
          </a:xfrm>
        </p:spPr>
        <p:txBody>
          <a:bodyPr>
            <a:normAutofit/>
          </a:bodyPr>
          <a:lstStyle/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Story  4:</a:t>
            </a:r>
            <a:b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Türrahmenmodell herstellen</a:t>
            </a:r>
            <a:endParaRPr lang="en-GB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636E91DA-A876-F72B-3DE5-56C2725DD419}"/>
              </a:ext>
            </a:extLst>
          </p:cNvPr>
          <p:cNvSpPr txBox="1">
            <a:spLocks/>
          </p:cNvSpPr>
          <p:nvPr/>
        </p:nvSpPr>
        <p:spPr>
          <a:xfrm>
            <a:off x="12414930" y="2273434"/>
            <a:ext cx="3672033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u="sng" dirty="0"/>
              <a:t>Fehler</a:t>
            </a:r>
          </a:p>
          <a:p>
            <a:r>
              <a:rPr lang="de-DE" dirty="0"/>
              <a:t>Bohrungen falsch markiert (Sensorkabel reichte nicht bis zur Platine)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B3DC3629-FDC2-9DD4-20BA-202D1ADF5378}"/>
              </a:ext>
            </a:extLst>
          </p:cNvPr>
          <p:cNvSpPr txBox="1">
            <a:spLocks/>
          </p:cNvSpPr>
          <p:nvPr/>
        </p:nvSpPr>
        <p:spPr>
          <a:xfrm>
            <a:off x="8503711" y="7183417"/>
            <a:ext cx="3672033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u="sng" dirty="0" err="1"/>
              <a:t>Verbessergungen</a:t>
            </a:r>
            <a:endParaRPr lang="de-DE" b="1" u="sng" dirty="0"/>
          </a:p>
          <a:p>
            <a:r>
              <a:rPr lang="de-DE" dirty="0"/>
              <a:t>Sensorkabel verlängern.</a:t>
            </a:r>
          </a:p>
          <a:p>
            <a:r>
              <a:rPr lang="de-DE" dirty="0"/>
              <a:t>Bevor ich mit dem Bohren anfange, könnte ich mir überlegen, was ich am Holz befestigen muss.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07836A5-F96D-4AB1-0542-A8F50680FB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17"/>
          <a:stretch/>
        </p:blipFill>
        <p:spPr bwMode="auto">
          <a:xfrm>
            <a:off x="4434136" y="1818064"/>
            <a:ext cx="3323727" cy="480950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E1F34E0-CE09-1EC5-51E6-AA54A34CC7D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54" b="38945"/>
          <a:stretch/>
        </p:blipFill>
        <p:spPr bwMode="auto">
          <a:xfrm>
            <a:off x="5630139" y="7183417"/>
            <a:ext cx="5008553" cy="37580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B3CFF8E-94BC-1270-04AE-C9FB05AC4321}"/>
              </a:ext>
            </a:extLst>
          </p:cNvPr>
          <p:cNvSpPr txBox="1"/>
          <p:nvPr/>
        </p:nvSpPr>
        <p:spPr>
          <a:xfrm>
            <a:off x="1688123" y="7341384"/>
            <a:ext cx="3743792" cy="3965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DE" sz="2400" b="1" u="sng" dirty="0">
                <a:latin typeface="Goudy Old Style (Überschriften)"/>
              </a:rPr>
              <a:t>Vorgehensweise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latin typeface="Goudy Old Style (Überschriften)"/>
              </a:rPr>
              <a:t>User Story planen (Bohrungen markieren)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latin typeface="Goudy Old Style (Überschriften)"/>
              </a:rPr>
              <a:t>Löcher bohren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latin typeface="Goudy Old Style (Überschriften)"/>
              </a:rPr>
              <a:t>Löcher entgraten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latin typeface="Goudy Old Style (Überschriften)"/>
              </a:rPr>
              <a:t>alle Holzteile mit M3-Schrauben befestigen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latin typeface="Goudy Old Style (Überschriften)"/>
              </a:rPr>
              <a:t>saubere Arbeit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347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-0.00495 -0.7055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" y="-350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.11953 0.0009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77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95 -0.70555 L 1.45833E-6 -4.07407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" y="3506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953 0.00093 L 0.11875 0.8432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4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4051 L -0.8819 0.0368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180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836 -0.00695 L 0.01627 -0.69167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2" y="-3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819 0.03681 L -1.34336 0.04051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073" y="185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27 -0.69167 L -0.3802 -0.6673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47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081 -0.00208 L -0.15052 -0.65879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8" y="-3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10" grpId="0"/>
      <p:bldP spid="1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7319E3-AF19-A3CF-D390-5750501A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0" y="216815"/>
            <a:ext cx="9486900" cy="1199561"/>
          </a:xfrm>
        </p:spPr>
        <p:txBody>
          <a:bodyPr>
            <a:normAutofit fontScale="90000"/>
          </a:bodyPr>
          <a:lstStyle/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Story 5:</a:t>
            </a:r>
            <a:b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Endmontage, Verdrahten &amp; Prüfen des Modells</a:t>
            </a:r>
            <a:endParaRPr lang="en-GB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81344275-6AB9-53B3-B5E2-BE2761288A79}"/>
              </a:ext>
            </a:extLst>
          </p:cNvPr>
          <p:cNvSpPr txBox="1">
            <a:spLocks/>
          </p:cNvSpPr>
          <p:nvPr/>
        </p:nvSpPr>
        <p:spPr>
          <a:xfrm>
            <a:off x="1568116" y="2693567"/>
            <a:ext cx="3672033" cy="23121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u="sng" dirty="0"/>
              <a:t>Erfolgreiche Arbeit</a:t>
            </a:r>
          </a:p>
          <a:p>
            <a:r>
              <a:rPr lang="de-DE" dirty="0"/>
              <a:t>saubere Arbeit</a:t>
            </a:r>
          </a:p>
          <a:p>
            <a:r>
              <a:rPr lang="de-DE" dirty="0"/>
              <a:t>Kabel funktioniert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41199BB-87D2-B126-6EE3-FCE04E3049F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79" b="19960"/>
          <a:stretch/>
        </p:blipFill>
        <p:spPr bwMode="auto">
          <a:xfrm>
            <a:off x="1325950" y="1752048"/>
            <a:ext cx="3672033" cy="4195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74921D0-1C37-9729-69D7-70232F5229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187"/>
          <a:stretch/>
        </p:blipFill>
        <p:spPr>
          <a:xfrm>
            <a:off x="5790142" y="2057649"/>
            <a:ext cx="5396510" cy="358397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5078D14B-1878-97FE-06DD-D440EC7671DC}"/>
              </a:ext>
            </a:extLst>
          </p:cNvPr>
          <p:cNvSpPr txBox="1"/>
          <p:nvPr/>
        </p:nvSpPr>
        <p:spPr>
          <a:xfrm>
            <a:off x="521016" y="7274231"/>
            <a:ext cx="51259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DE" sz="2800" b="1" u="sng" dirty="0">
                <a:latin typeface="Goudy Old Style (Überschriften)"/>
              </a:rPr>
              <a:t>Vorgehensweise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>
                <a:latin typeface="Goudy Old Style (Überschriften)"/>
              </a:rPr>
              <a:t>Loch in die </a:t>
            </a:r>
            <a:r>
              <a:rPr lang="de-DE" sz="2800">
                <a:latin typeface="Goudy Old Style (Überschriften)"/>
              </a:rPr>
              <a:t>Blechhalterung markieren zum </a:t>
            </a:r>
            <a:r>
              <a:rPr lang="de-DE" sz="2800" dirty="0">
                <a:latin typeface="Goudy Old Style (Überschriften)"/>
              </a:rPr>
              <a:t>bohren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>
                <a:latin typeface="Goudy Old Style (Überschriften)"/>
              </a:rPr>
              <a:t>Beim löten des Kabels aufpassen auf plus und minus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>
                <a:latin typeface="Goudy Old Style (Überschriften)"/>
              </a:rPr>
              <a:t>Beim verdrahten auch aufpassen auf Plus und minus </a:t>
            </a:r>
            <a:r>
              <a:rPr lang="de-DE" sz="2800" dirty="0" err="1">
                <a:latin typeface="Goudy Old Style (Überschriften)"/>
              </a:rPr>
              <a:t>kabel</a:t>
            </a:r>
            <a:endParaRPr lang="de-DE" sz="2800" dirty="0">
              <a:latin typeface="Goudy Old Style (Überschriften)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>
                <a:latin typeface="Goudy Old Style (Überschriften)"/>
              </a:rPr>
              <a:t>Sauber arbeiten</a:t>
            </a:r>
          </a:p>
          <a:p>
            <a:endParaRPr lang="en-GB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ED25FF3-E570-021B-6833-A6A19076887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20" b="4845"/>
          <a:stretch/>
        </p:blipFill>
        <p:spPr bwMode="auto">
          <a:xfrm rot="16200000">
            <a:off x="7358269" y="6554155"/>
            <a:ext cx="3307692" cy="4747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61F18BE1-D9E7-0F97-4B3F-CC50078E624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79" b="19960"/>
          <a:stretch/>
        </p:blipFill>
        <p:spPr bwMode="auto">
          <a:xfrm>
            <a:off x="6652380" y="1871368"/>
            <a:ext cx="3672033" cy="41951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925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2.59259E-6 L -0.45533 0.0067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73" y="32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2.59259E-6 L 0.55782 0.0002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0.00638 -0.7775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2" y="-38935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1.85185E-6 L -0.01979 -0.74051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0" y="-37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54E3D3C9-27C1-D073-FAAA-3D253EDFD938}"/>
              </a:ext>
            </a:extLst>
          </p:cNvPr>
          <p:cNvSpPr txBox="1">
            <a:spLocks/>
          </p:cNvSpPr>
          <p:nvPr/>
        </p:nvSpPr>
        <p:spPr>
          <a:xfrm>
            <a:off x="1352550" y="216815"/>
            <a:ext cx="9486900" cy="11995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Story 6:</a:t>
            </a:r>
            <a:b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3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InBetrieb</a:t>
            </a:r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nehmen des Modells </a:t>
            </a:r>
            <a:endParaRPr lang="en-GB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C3800F08-D5DA-A4FD-5F81-A132FA18E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963" y="2245725"/>
            <a:ext cx="3672033" cy="3918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u="sng" dirty="0"/>
              <a:t>Vorgehensweise</a:t>
            </a:r>
          </a:p>
          <a:p>
            <a:r>
              <a:rPr lang="de-DE" dirty="0" err="1"/>
              <a:t>Planning</a:t>
            </a:r>
            <a:r>
              <a:rPr lang="de-DE" dirty="0"/>
              <a:t> auf </a:t>
            </a:r>
            <a:r>
              <a:rPr lang="de-DE" dirty="0" err="1"/>
              <a:t>awork</a:t>
            </a:r>
            <a:r>
              <a:rPr lang="de-DE" dirty="0"/>
              <a:t> herstellen</a:t>
            </a:r>
          </a:p>
          <a:p>
            <a:r>
              <a:rPr lang="de-DE" dirty="0"/>
              <a:t>Arbeit in 3 Kategorien geteilt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6A6FD15F-AEDC-2123-C3D1-6FA947680DBE}"/>
              </a:ext>
            </a:extLst>
          </p:cNvPr>
          <p:cNvSpPr txBox="1">
            <a:spLocks/>
          </p:cNvSpPr>
          <p:nvPr/>
        </p:nvSpPr>
        <p:spPr>
          <a:xfrm>
            <a:off x="12402066" y="2245725"/>
            <a:ext cx="3672033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u="sng" dirty="0"/>
              <a:t>Erfolgreiche Arbeit</a:t>
            </a:r>
          </a:p>
          <a:p>
            <a:r>
              <a:rPr lang="de-DE" dirty="0"/>
              <a:t>saubere Arbeit</a:t>
            </a:r>
          </a:p>
          <a:p>
            <a:r>
              <a:rPr lang="de-DE" dirty="0"/>
              <a:t>gute Bohrungen</a:t>
            </a:r>
          </a:p>
          <a:p>
            <a:r>
              <a:rPr lang="de-DE" dirty="0"/>
              <a:t>90 Grad </a:t>
            </a:r>
            <a:r>
              <a:rPr lang="de-DE" dirty="0" err="1"/>
              <a:t>gebohren</a:t>
            </a:r>
            <a:endParaRPr lang="de-DE" dirty="0"/>
          </a:p>
        </p:txBody>
      </p:sp>
      <p:pic>
        <p:nvPicPr>
          <p:cNvPr id="2" name="Grafik 1" descr="Ein Bild, das Text, Monitor, Screenshot, Im Haus enthält.&#10;&#10;Automatisch generierte Beschreibung">
            <a:extLst>
              <a:ext uri="{FF2B5EF4-FFF2-40B4-BE49-F238E27FC236}">
                <a16:creationId xmlns:a16="http://schemas.microsoft.com/office/drawing/2014/main" id="{F2E9BB87-5660-DDFA-F485-29D350D865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966" y="1812555"/>
            <a:ext cx="7362334" cy="4123458"/>
          </a:xfrm>
          <a:prstGeom prst="rect">
            <a:avLst/>
          </a:prstGeom>
        </p:spPr>
      </p:pic>
      <p:pic>
        <p:nvPicPr>
          <p:cNvPr id="3" name="Grafik 2" descr="Ein Bild, das Text, Monitor, Screenshot, Im Haus enthält.&#10;&#10;Automatisch generierte Beschreibung">
            <a:extLst>
              <a:ext uri="{FF2B5EF4-FFF2-40B4-BE49-F238E27FC236}">
                <a16:creationId xmlns:a16="http://schemas.microsoft.com/office/drawing/2014/main" id="{50C1C2F4-25EC-5D5E-4DB7-9AE2813C2D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792" y="0"/>
            <a:ext cx="122447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753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6000"/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64369-D7E1-A7AF-B9D4-DE854165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83854"/>
            <a:ext cx="9486900" cy="773545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de-DE" sz="3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Labo</a:t>
            </a:r>
            <a:endParaRPr lang="en-GB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2414C359-0F9B-65CE-A94F-AB02A97C3F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5625866"/>
              </p:ext>
            </p:extLst>
          </p:nvPr>
        </p:nvGraphicFramePr>
        <p:xfrm>
          <a:off x="1371599" y="2254103"/>
          <a:ext cx="9486901" cy="3918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451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C28F6399-037A-AF1F-3544-38A54A885265}"/>
              </a:ext>
            </a:extLst>
          </p:cNvPr>
          <p:cNvSpPr txBox="1">
            <a:spLocks/>
          </p:cNvSpPr>
          <p:nvPr/>
        </p:nvSpPr>
        <p:spPr>
          <a:xfrm>
            <a:off x="1352550" y="216815"/>
            <a:ext cx="9486900" cy="11995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Story 3:</a:t>
            </a:r>
            <a:b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Netzwerk</a:t>
            </a:r>
            <a:endParaRPr lang="en-GB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9F0F484-CBAF-E1E0-6D1A-C777CF66D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442" y="7183051"/>
            <a:ext cx="7282291" cy="462741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F939A69-27BE-4EEF-954D-1C8A7F7B1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396" y="3129694"/>
            <a:ext cx="7262158" cy="1340706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6134ECC-558A-8BDA-79DC-337AD999E4E5}"/>
              </a:ext>
            </a:extLst>
          </p:cNvPr>
          <p:cNvSpPr txBox="1"/>
          <p:nvPr/>
        </p:nvSpPr>
        <p:spPr>
          <a:xfrm>
            <a:off x="351694" y="2325284"/>
            <a:ext cx="3842238" cy="405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kumimoji="0" lang="de-DE" sz="2400" b="1" i="0" u="sng" strike="noStrike" kern="1200" cap="none" spc="0" normalizeH="0" baseline="0" noProof="0" dirty="0">
                <a:ln>
                  <a:noFill/>
                </a:ln>
                <a:solidFill>
                  <a:srgbClr val="293737"/>
                </a:solidFill>
                <a:effectLst/>
                <a:uLnTx/>
                <a:uFillTx/>
                <a:latin typeface="Goudy Old Style"/>
                <a:ea typeface="+mn-ea"/>
                <a:cs typeface="+mn-cs"/>
              </a:rPr>
              <a:t>Vorgehensweise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293737"/>
                </a:solidFill>
                <a:effectLst/>
                <a:uLnTx/>
                <a:uFillTx/>
                <a:latin typeface="Goudy Old Style"/>
                <a:ea typeface="+mn-ea"/>
                <a:cs typeface="+mn-cs"/>
              </a:rPr>
              <a:t>wichtige Punkte im Arbeitsauftrag markieren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293737"/>
                </a:solidFill>
                <a:effectLst/>
                <a:uLnTx/>
                <a:uFillTx/>
                <a:latin typeface="Goudy Old Style"/>
                <a:ea typeface="+mn-ea"/>
                <a:cs typeface="+mn-cs"/>
              </a:rPr>
              <a:t>die VLSM-Einteilung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293737"/>
                </a:solidFill>
                <a:effectLst/>
                <a:uLnTx/>
                <a:uFillTx/>
                <a:latin typeface="Goudy Old Style"/>
                <a:ea typeface="+mn-ea"/>
                <a:cs typeface="+mn-cs"/>
              </a:rPr>
              <a:t>Peripheriegeräte ins Packet Tracer hinzufügen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293737"/>
                </a:solidFill>
                <a:effectLst/>
                <a:uLnTx/>
                <a:uFillTx/>
                <a:latin typeface="Goudy Old Style"/>
                <a:ea typeface="+mn-ea"/>
                <a:cs typeface="+mn-cs"/>
              </a:rPr>
              <a:t>Testprotokolle machen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293737"/>
                </a:solidFill>
                <a:effectLst/>
                <a:uLnTx/>
                <a:uFillTx/>
                <a:latin typeface="Goudy Old Style"/>
                <a:ea typeface="+mn-ea"/>
                <a:cs typeface="+mn-cs"/>
              </a:rPr>
              <a:t>Alles in kleinen Schritten machen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FCC5965-6789-43F7-46EA-2C608AB51157}"/>
              </a:ext>
            </a:extLst>
          </p:cNvPr>
          <p:cNvSpPr txBox="1"/>
          <p:nvPr/>
        </p:nvSpPr>
        <p:spPr>
          <a:xfrm>
            <a:off x="-3013552" y="3511163"/>
            <a:ext cx="3043782" cy="959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000"/>
              </a:spcBef>
            </a:pPr>
            <a:r>
              <a:rPr lang="de-DE" sz="2400" b="1" u="sng" dirty="0">
                <a:latin typeface="+mj-lt"/>
              </a:rPr>
              <a:t>Schwierigkeiten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latin typeface="+mj-lt"/>
              </a:rPr>
              <a:t>Erstellung von ACLs</a:t>
            </a:r>
            <a:endParaRPr lang="en-GB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909134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81481E-6 L 0.00013 0.5486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22222E-6 L -0.00742 -0.7826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8" y="-39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5023 L -0.09805 -0.07523 C -0.11849 -0.08078 -0.14909 -0.08356 -0.18125 -0.08356 C -0.21758 -0.08356 -0.24688 -0.08078 -0.26732 -0.07523 L -0.36537 -0.05023 " pathEditMode="relative" rAng="0" ptsTypes="AAA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68" y="-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5 0.00278 L 0.08464 0.04051 C 0.1017 0.04908 0.12709 0.05394 0.15404 0.05394 C 0.18477 0.05394 0.20938 0.04908 0.22644 0.04051 L 0.30873 0.00278 " pathEditMode="relative" rAng="0" ptsTypes="AAAAA">
                                      <p:cBhvr>
                                        <p:cTn id="1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13" y="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4BF90-128C-FA3F-A5F2-DD929877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79832"/>
            <a:ext cx="9486900" cy="1233535"/>
          </a:xfrm>
        </p:spPr>
        <p:txBody>
          <a:bodyPr>
            <a:noAutofit/>
          </a:bodyPr>
          <a:lstStyle/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Story 4:</a:t>
            </a:r>
            <a:b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3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WebServer</a:t>
            </a:r>
            <a:b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GB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2833339-C5A7-8AAE-C98A-2CC7AEC899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03" y="1299483"/>
            <a:ext cx="10036394" cy="5374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FEBCD49-E34A-B1A1-B276-DEB84F9C5B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276"/>
          <a:stretch/>
        </p:blipFill>
        <p:spPr bwMode="auto">
          <a:xfrm>
            <a:off x="2821659" y="1891888"/>
            <a:ext cx="6548681" cy="38207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0FF0CFF-B2D4-77C9-B2B8-3D2D6DB95B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184"/>
          <a:stretch/>
        </p:blipFill>
        <p:spPr>
          <a:xfrm>
            <a:off x="4466972" y="1891888"/>
            <a:ext cx="3258053" cy="410209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3EA5E8F-C6CB-7584-4F93-1AF2BD1176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153" y="1316274"/>
            <a:ext cx="8309646" cy="5340752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82443F3F-44EF-A94C-CC07-992DF35F8BDE}"/>
              </a:ext>
            </a:extLst>
          </p:cNvPr>
          <p:cNvSpPr txBox="1"/>
          <p:nvPr/>
        </p:nvSpPr>
        <p:spPr>
          <a:xfrm>
            <a:off x="12270648" y="3063601"/>
            <a:ext cx="34905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DE" sz="2400" b="1" u="sng" dirty="0">
                <a:solidFill>
                  <a:srgbClr val="293737"/>
                </a:solidFill>
                <a:latin typeface="Goudy Old Style (Überschriften)"/>
              </a:rPr>
              <a:t>Erfolgreiche Arbeit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rgbClr val="293737"/>
                </a:solidFill>
                <a:latin typeface="Goudy Old Style (Überschriften)"/>
              </a:rPr>
              <a:t>Alles funktionierte ohne Schwierigkeiten</a:t>
            </a:r>
          </a:p>
          <a:p>
            <a:endParaRPr lang="en-GB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3EDD2964-6411-BF88-AA79-18A161960F97}"/>
              </a:ext>
            </a:extLst>
          </p:cNvPr>
          <p:cNvSpPr txBox="1">
            <a:spLocks/>
          </p:cNvSpPr>
          <p:nvPr/>
        </p:nvSpPr>
        <p:spPr>
          <a:xfrm>
            <a:off x="1077803" y="7047043"/>
            <a:ext cx="3672033" cy="2918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u="sng" dirty="0">
                <a:solidFill>
                  <a:srgbClr val="293737"/>
                </a:solidFill>
              </a:rPr>
              <a:t>Vorgehensweise</a:t>
            </a:r>
          </a:p>
          <a:p>
            <a:r>
              <a:rPr lang="de-DE" dirty="0" err="1">
                <a:solidFill>
                  <a:srgbClr val="293737"/>
                </a:solidFill>
              </a:rPr>
              <a:t>Planning</a:t>
            </a:r>
            <a:r>
              <a:rPr lang="de-DE" dirty="0">
                <a:solidFill>
                  <a:srgbClr val="293737"/>
                </a:solidFill>
              </a:rPr>
              <a:t> erstellen</a:t>
            </a:r>
          </a:p>
          <a:p>
            <a:r>
              <a:rPr lang="de-DE" dirty="0" err="1"/>
              <a:t>Planning</a:t>
            </a:r>
            <a:r>
              <a:rPr lang="de-DE" dirty="0"/>
              <a:t> folgen</a:t>
            </a:r>
          </a:p>
          <a:p>
            <a:r>
              <a:rPr lang="de-DE" dirty="0"/>
              <a:t>Organisiert arbeiten</a:t>
            </a:r>
          </a:p>
          <a:p>
            <a:r>
              <a:rPr lang="de-DE" dirty="0"/>
              <a:t>Recherchieren bei Schwierigkeiten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B6078B2-175B-B6FC-98AC-2673EA99AE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3975" y="2489539"/>
            <a:ext cx="1914824" cy="187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53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2.22222E-6 L -0.06823 -0.68773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11" y="-3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1.85185E-6 L -0.66354 -0.00834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177" y="-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.03472 L -0.08047 0.04884 C -0.09727 0.05208 -0.1224 0.05394 -0.1487 0.05394 C -0.17878 0.05394 -0.20274 0.05208 -0.21954 0.04884 L -0.29987 0.03472 " pathEditMode="relative" rAng="0" ptsTypes="AAAAA">
                                      <p:cBhvr>
                                        <p:cTn id="4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00" y="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4BF90-128C-FA3F-A5F2-DD929877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79832"/>
            <a:ext cx="9486900" cy="1233535"/>
          </a:xfrm>
        </p:spPr>
        <p:txBody>
          <a:bodyPr>
            <a:noAutofit/>
          </a:bodyPr>
          <a:lstStyle/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Story 5:</a:t>
            </a:r>
            <a:b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Controller</a:t>
            </a:r>
            <a:b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2443F3F-44EF-A94C-CC07-992DF35F8BDE}"/>
              </a:ext>
            </a:extLst>
          </p:cNvPr>
          <p:cNvSpPr txBox="1"/>
          <p:nvPr/>
        </p:nvSpPr>
        <p:spPr>
          <a:xfrm>
            <a:off x="4514328" y="2377430"/>
            <a:ext cx="3490546" cy="2103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de-DE" sz="2400" b="1" u="sng" dirty="0">
                <a:solidFill>
                  <a:srgbClr val="293737"/>
                </a:solidFill>
                <a:latin typeface="Goudy Old Style (Überschriften)"/>
              </a:rPr>
              <a:t>Erfolgreiche Arbeit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rgbClr val="293737"/>
                </a:solidFill>
                <a:latin typeface="Goudy Old Style (Überschriften)"/>
              </a:rPr>
              <a:t>Keine Schwierigkeiten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rgbClr val="293737"/>
                </a:solidFill>
                <a:latin typeface="Goudy Old Style (Überschriften)"/>
              </a:rPr>
              <a:t>Funktioniert alles richtig</a:t>
            </a:r>
          </a:p>
          <a:p>
            <a:endParaRPr lang="en-GB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3EDD2964-6411-BF88-AA79-18A161960F97}"/>
              </a:ext>
            </a:extLst>
          </p:cNvPr>
          <p:cNvSpPr txBox="1">
            <a:spLocks/>
          </p:cNvSpPr>
          <p:nvPr/>
        </p:nvSpPr>
        <p:spPr>
          <a:xfrm>
            <a:off x="734903" y="2347903"/>
            <a:ext cx="3672033" cy="2918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u="sng" dirty="0">
                <a:solidFill>
                  <a:srgbClr val="293737"/>
                </a:solidFill>
              </a:rPr>
              <a:t>Vorgehensweise</a:t>
            </a:r>
          </a:p>
          <a:p>
            <a:r>
              <a:rPr lang="de-DE" dirty="0">
                <a:solidFill>
                  <a:srgbClr val="293737"/>
                </a:solidFill>
              </a:rPr>
              <a:t>Organisiert arbeiten</a:t>
            </a:r>
          </a:p>
          <a:p>
            <a:r>
              <a:rPr lang="de-DE" dirty="0"/>
              <a:t>einige über Python recherchieren</a:t>
            </a:r>
          </a:p>
          <a:p>
            <a:r>
              <a:rPr lang="de-DE" dirty="0"/>
              <a:t>Schritt für Schritt arbeiten</a:t>
            </a:r>
          </a:p>
          <a:p>
            <a:r>
              <a:rPr lang="de-DE" dirty="0"/>
              <a:t>Testen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B6078B2-175B-B6FC-98AC-2673EA99A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1558" y="2313664"/>
            <a:ext cx="1914824" cy="1878921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828771FF-E57C-4006-8F5F-28EFF578E450}"/>
              </a:ext>
            </a:extLst>
          </p:cNvPr>
          <p:cNvSpPr txBox="1"/>
          <p:nvPr/>
        </p:nvSpPr>
        <p:spPr>
          <a:xfrm>
            <a:off x="8642839" y="2377430"/>
            <a:ext cx="2814258" cy="1328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de-DE" sz="2400" b="1" u="sng" dirty="0">
                <a:solidFill>
                  <a:srgbClr val="293737"/>
                </a:solidFill>
                <a:latin typeface="Goudy Old Style (Überschriften)"/>
              </a:rPr>
              <a:t>Was hat mir gefallen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400" dirty="0" err="1">
                <a:latin typeface="Goudy Old Style (Überschriften)"/>
              </a:rPr>
              <a:t>Pyhton</a:t>
            </a:r>
            <a:r>
              <a:rPr lang="en-GB" sz="2400" dirty="0">
                <a:latin typeface="Goudy Old Style (Überschriften)"/>
              </a:rPr>
              <a:t> hat mir </a:t>
            </a:r>
            <a:r>
              <a:rPr lang="en-GB" sz="2400" dirty="0" err="1">
                <a:latin typeface="Goudy Old Style (Überschriften)"/>
              </a:rPr>
              <a:t>gefallen</a:t>
            </a:r>
            <a:endParaRPr lang="en-GB" sz="2400" dirty="0">
              <a:latin typeface="Goudy Old Style (Überschriften)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BBBBBC7-6870-A8B4-EB49-858B86F23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933" y="4203571"/>
            <a:ext cx="4191941" cy="235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537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59259E-6 L -0.36732 -0.001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372" y="-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 L -0.30638 0.0023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26" y="11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1.48148E-6 L -0.33893 0.0006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53" y="2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44444E-6 L -0.2711 -0.0076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555" y="-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4BF90-128C-FA3F-A5F2-DD929877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79832"/>
            <a:ext cx="9486900" cy="1233535"/>
          </a:xfrm>
        </p:spPr>
        <p:txBody>
          <a:bodyPr>
            <a:noAutofit/>
          </a:bodyPr>
          <a:lstStyle/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Story 6:</a:t>
            </a:r>
            <a:b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Backup Server</a:t>
            </a:r>
            <a:b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2443F3F-44EF-A94C-CC07-992DF35F8BDE}"/>
              </a:ext>
            </a:extLst>
          </p:cNvPr>
          <p:cNvSpPr txBox="1"/>
          <p:nvPr/>
        </p:nvSpPr>
        <p:spPr>
          <a:xfrm>
            <a:off x="1600694" y="6970948"/>
            <a:ext cx="3490546" cy="959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de-DE" sz="2400" b="1" u="sng" dirty="0">
                <a:solidFill>
                  <a:srgbClr val="293737"/>
                </a:solidFill>
                <a:latin typeface="Goudy Old Style (Überschriften)"/>
              </a:rPr>
              <a:t>Erfolgreiche Arbeit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rgbClr val="293737"/>
                </a:solidFill>
                <a:latin typeface="Goudy Old Style (Überschriften)"/>
              </a:rPr>
              <a:t>Keine Schwierigkeiten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3EDD2964-6411-BF88-AA79-18A161960F97}"/>
              </a:ext>
            </a:extLst>
          </p:cNvPr>
          <p:cNvSpPr txBox="1">
            <a:spLocks/>
          </p:cNvSpPr>
          <p:nvPr/>
        </p:nvSpPr>
        <p:spPr>
          <a:xfrm>
            <a:off x="1600694" y="2467465"/>
            <a:ext cx="3672033" cy="2918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u="sng" dirty="0">
                <a:solidFill>
                  <a:srgbClr val="293737"/>
                </a:solidFill>
              </a:rPr>
              <a:t>Vorgehensweise</a:t>
            </a:r>
          </a:p>
          <a:p>
            <a:r>
              <a:rPr lang="de-DE" dirty="0">
                <a:solidFill>
                  <a:srgbClr val="293737"/>
                </a:solidFill>
              </a:rPr>
              <a:t>User Story planen</a:t>
            </a:r>
          </a:p>
          <a:p>
            <a:r>
              <a:rPr lang="de-DE" dirty="0">
                <a:solidFill>
                  <a:srgbClr val="293737"/>
                </a:solidFill>
              </a:rPr>
              <a:t>Recherchieren</a:t>
            </a:r>
          </a:p>
          <a:p>
            <a:r>
              <a:rPr lang="de-DE" dirty="0"/>
              <a:t>Arbeiten aus der Schule verwenden</a:t>
            </a:r>
          </a:p>
          <a:p>
            <a:r>
              <a:rPr lang="de-DE" dirty="0"/>
              <a:t>Testen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B6078B2-175B-B6FC-98AC-2673EA99A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1558" y="2313664"/>
            <a:ext cx="1914824" cy="1878921"/>
          </a:xfrm>
          <a:prstGeom prst="rect">
            <a:avLst/>
          </a:prstGeom>
        </p:spPr>
      </p:pic>
      <p:pic>
        <p:nvPicPr>
          <p:cNvPr id="1026" name="Picture 2" descr="Backup Server PNG Free Download - PNG All">
            <a:extLst>
              <a:ext uri="{FF2B5EF4-FFF2-40B4-BE49-F238E27FC236}">
                <a16:creationId xmlns:a16="http://schemas.microsoft.com/office/drawing/2014/main" id="{69492DDD-A703-F878-A0FF-775A62829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26322"/>
            <a:ext cx="40005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8890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7037E-6 L -0.43971 -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992" y="-4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2.59259E-6 L 0.00742 -0.5138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25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1FB7DE9-F562-4290-99B7-8C2189D6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354F8A8-7D5A-4944-8B6C-36BBF5C0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3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ABF9E2-D8A9-82F0-68E3-ACE138E55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3687878"/>
            <a:ext cx="8115299" cy="12654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u="sng" kern="1200" cap="all" spc="300" baseline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Danke für eure Aufmerksamkeit.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8419BB-9DE1-E0B1-F2BA-0BE685447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4953282"/>
            <a:ext cx="6781800" cy="76111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i="1" kern="120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Falls Fragen noch vorhanden sind, beantworte ich sie gerne.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0C39749-E737-E5D9-0FB8-54E9A4A0A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102" y="1371600"/>
            <a:ext cx="2223727" cy="222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42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ClassicFrameVTI">
  <a:themeElements>
    <a:clrScheme name="Custom 22">
      <a:dk1>
        <a:sysClr val="windowText" lastClr="000000"/>
      </a:dk1>
      <a:lt1>
        <a:sysClr val="window" lastClr="FFFFFF"/>
      </a:lt1>
      <a:dk2>
        <a:srgbClr val="293737"/>
      </a:dk2>
      <a:lt2>
        <a:srgbClr val="EEF2F0"/>
      </a:lt2>
      <a:accent1>
        <a:srgbClr val="749090"/>
      </a:accent1>
      <a:accent2>
        <a:srgbClr val="A5A5A5"/>
      </a:accent2>
      <a:accent3>
        <a:srgbClr val="91A39B"/>
      </a:accent3>
      <a:accent4>
        <a:srgbClr val="A9A698"/>
      </a:accent4>
      <a:accent5>
        <a:srgbClr val="A2A79A"/>
      </a:accent5>
      <a:accent6>
        <a:srgbClr val="897F65"/>
      </a:accent6>
      <a:hlink>
        <a:srgbClr val="92872F"/>
      </a:hlink>
      <a:folHlink>
        <a:srgbClr val="AB73A9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Breitbild</PresentationFormat>
  <Paragraphs>91</Paragraphs>
  <Slides>13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Arial</vt:lpstr>
      <vt:lpstr>Calibri</vt:lpstr>
      <vt:lpstr>Gill Sans MT</vt:lpstr>
      <vt:lpstr>Goudy Old Style</vt:lpstr>
      <vt:lpstr>Goudy Old Style (Überschriften)</vt:lpstr>
      <vt:lpstr>ClassicFrameVTI</vt:lpstr>
      <vt:lpstr>PowerPoint-Präsentation</vt:lpstr>
      <vt:lpstr>Inhaltverzeichnis</vt:lpstr>
      <vt:lpstr>Intro</vt:lpstr>
      <vt:lpstr>Atelier</vt:lpstr>
      <vt:lpstr>User Story  4: Türrahmenmodell herstellen</vt:lpstr>
      <vt:lpstr>User Story 5: Endmontage, Verdrahten &amp; Prüfen des Modells</vt:lpstr>
      <vt:lpstr>PowerPoint-Präsentation</vt:lpstr>
      <vt:lpstr>Labo</vt:lpstr>
      <vt:lpstr>PowerPoint-Präsentation</vt:lpstr>
      <vt:lpstr>User Story 4: WebServer </vt:lpstr>
      <vt:lpstr>User Story 5: Controller </vt:lpstr>
      <vt:lpstr>User Story 6: Backup Server </vt:lpstr>
      <vt:lpstr>Danke für eure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PEREIRA MOREIRA Hugo (LN)</dc:creator>
  <cp:lastModifiedBy>PEREIRA MOREIRA Hugo</cp:lastModifiedBy>
  <cp:revision>18</cp:revision>
  <dcterms:created xsi:type="dcterms:W3CDTF">2023-01-31T21:52:15Z</dcterms:created>
  <dcterms:modified xsi:type="dcterms:W3CDTF">2023-05-10T06:26:53Z</dcterms:modified>
</cp:coreProperties>
</file>